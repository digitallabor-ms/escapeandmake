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0000800000000000000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104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D15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22" flipH="1">
            <a:off x="6555135" y="4078960"/>
            <a:ext cx="3186933" cy="3243698"/>
          </a:xfrm>
          <a:custGeom>
            <a:avLst/>
            <a:gdLst/>
            <a:ahLst/>
            <a:cxnLst/>
            <a:rect l="l" t="t" r="r" b="b"/>
            <a:pathLst>
              <a:path w="3186933" h="3243698">
                <a:moveTo>
                  <a:pt x="3186933" y="0"/>
                </a:moveTo>
                <a:lnTo>
                  <a:pt x="0" y="0"/>
                </a:lnTo>
                <a:lnTo>
                  <a:pt x="0" y="3243698"/>
                </a:lnTo>
                <a:lnTo>
                  <a:pt x="3186933" y="3243698"/>
                </a:lnTo>
                <a:lnTo>
                  <a:pt x="3186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7381494" y="13511251"/>
            <a:ext cx="3310506" cy="1079098"/>
          </a:xfrm>
          <a:custGeom>
            <a:avLst/>
            <a:gdLst/>
            <a:ahLst/>
            <a:cxnLst/>
            <a:rect l="l" t="t" r="r" b="b"/>
            <a:pathLst>
              <a:path w="3310506" h="1079098">
                <a:moveTo>
                  <a:pt x="0" y="0"/>
                </a:moveTo>
                <a:lnTo>
                  <a:pt x="3310506" y="0"/>
                </a:lnTo>
                <a:lnTo>
                  <a:pt x="3310506" y="1079098"/>
                </a:lnTo>
                <a:lnTo>
                  <a:pt x="0" y="1079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97313" y="3945658"/>
            <a:ext cx="4700976" cy="4700976"/>
          </a:xfrm>
          <a:custGeom>
            <a:avLst/>
            <a:gdLst/>
            <a:ahLst/>
            <a:cxnLst/>
            <a:rect l="l" t="t" r="r" b="b"/>
            <a:pathLst>
              <a:path w="4700976" h="4700976">
                <a:moveTo>
                  <a:pt x="0" y="0"/>
                </a:moveTo>
                <a:lnTo>
                  <a:pt x="4700976" y="0"/>
                </a:lnTo>
                <a:lnTo>
                  <a:pt x="4700976" y="4700976"/>
                </a:lnTo>
                <a:lnTo>
                  <a:pt x="0" y="4700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1010764" y="10084909"/>
            <a:ext cx="7155910" cy="277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Greenscreen Filmtechnik </a:t>
            </a:r>
          </a:p>
          <a:p>
            <a:pPr algn="l">
              <a:lnSpc>
                <a:spcPts val="7368"/>
              </a:lnSpc>
            </a:pPr>
            <a:endParaRPr lang="en-US" sz="4899" b="1">
              <a:solidFill>
                <a:srgbClr val="FFFEFE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10764" y="1396751"/>
            <a:ext cx="8670473" cy="91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9"/>
              </a:lnSpc>
            </a:pPr>
            <a:r>
              <a:rPr lang="en-US" sz="48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 Überwachungsvideo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443955" y="14770349"/>
            <a:ext cx="9372702" cy="226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Benutzerdefiniert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Poppins</vt:lpstr>
      <vt:lpstr>Poppins Bold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OER A3 Stationsschilder QR Code</dc:title>
  <dc:creator>Seida Bahtovic</dc:creator>
  <cp:lastModifiedBy>Seida Bahtovic</cp:lastModifiedBy>
  <cp:revision>1</cp:revision>
  <dcterms:created xsi:type="dcterms:W3CDTF">2006-08-16T00:00:00Z</dcterms:created>
  <dcterms:modified xsi:type="dcterms:W3CDTF">2026-04-21T12:24:16Z</dcterms:modified>
  <dc:identifier>DAGZ7LOIc0s</dc:identifier>
</cp:coreProperties>
</file>