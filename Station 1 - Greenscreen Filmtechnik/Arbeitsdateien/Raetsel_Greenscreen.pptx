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" charset="1" panose="00000500000000000000"/>
      <p:regular r:id="rId7"/>
    </p:embeddedFont>
    <p:embeddedFont>
      <p:font typeface="Roboto Bold" charset="1" panose="02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004094" y="743774"/>
            <a:ext cx="7687906" cy="5950979"/>
          </a:xfrm>
          <a:custGeom>
            <a:avLst/>
            <a:gdLst/>
            <a:ahLst/>
            <a:cxnLst/>
            <a:rect r="r" b="b" t="t" l="l"/>
            <a:pathLst>
              <a:path h="5950979" w="7687906">
                <a:moveTo>
                  <a:pt x="7687906" y="0"/>
                </a:moveTo>
                <a:lnTo>
                  <a:pt x="0" y="0"/>
                </a:lnTo>
                <a:lnTo>
                  <a:pt x="0" y="5950979"/>
                </a:lnTo>
                <a:lnTo>
                  <a:pt x="7687906" y="5950979"/>
                </a:lnTo>
                <a:lnTo>
                  <a:pt x="76879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68752" y="1462052"/>
            <a:ext cx="5996512" cy="3160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Svaqrg zrva </a:t>
            </a:r>
          </a:p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Znexramrvpura: </a:t>
            </a:r>
          </a:p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qnf Nycnxn! </a:t>
            </a:r>
          </a:p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Ynffg rf nhs qrz Ivqrb </a:t>
            </a:r>
          </a:p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qra Tnat ragynat </a:t>
            </a:r>
          </a:p>
          <a:p>
            <a:pPr algn="ctr">
              <a:lnSpc>
                <a:spcPts val="4129"/>
              </a:lnSpc>
            </a:pPr>
            <a:r>
              <a:rPr lang="en-US" sz="37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gnamra!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1921" y="6694753"/>
            <a:ext cx="8328789" cy="8328789"/>
          </a:xfrm>
          <a:custGeom>
            <a:avLst/>
            <a:gdLst/>
            <a:ahLst/>
            <a:cxnLst/>
            <a:rect r="r" b="b" t="t" l="l"/>
            <a:pathLst>
              <a:path h="8328789" w="8328789">
                <a:moveTo>
                  <a:pt x="0" y="0"/>
                </a:moveTo>
                <a:lnTo>
                  <a:pt x="8328789" y="0"/>
                </a:lnTo>
                <a:lnTo>
                  <a:pt x="8328789" y="8328789"/>
                </a:lnTo>
                <a:lnTo>
                  <a:pt x="0" y="8328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26316" y="11342642"/>
            <a:ext cx="629925" cy="629925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5857" lIns="45857" bIns="45857" rIns="45857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20695" y="11882984"/>
            <a:ext cx="612229" cy="61222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4583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45857" lIns="45857" bIns="45857" rIns="45857"/>
            <a:lstStyle/>
            <a:p>
              <a:pPr algn="ctr">
                <a:lnSpc>
                  <a:spcPts val="329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17503" y="885440"/>
            <a:ext cx="1556829" cy="1584559"/>
          </a:xfrm>
          <a:custGeom>
            <a:avLst/>
            <a:gdLst/>
            <a:ahLst/>
            <a:cxnLst/>
            <a:rect r="r" b="b" t="t" l="l"/>
            <a:pathLst>
              <a:path h="1584559" w="1556829">
                <a:moveTo>
                  <a:pt x="0" y="0"/>
                </a:moveTo>
                <a:lnTo>
                  <a:pt x="1556829" y="0"/>
                </a:lnTo>
                <a:lnTo>
                  <a:pt x="1556829" y="1584559"/>
                </a:lnTo>
                <a:lnTo>
                  <a:pt x="0" y="158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91775" y="11349125"/>
            <a:ext cx="451764" cy="54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C2221E"/>
                </a:solidFill>
                <a:latin typeface="Roboto Bold"/>
                <a:ea typeface="Roboto Bold"/>
                <a:cs typeface="Roboto Bold"/>
                <a:sym typeface="Roboto Bold"/>
              </a:rPr>
              <a:t>13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468035" y="14862444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DAG17qdDNk8</dc:identifier>
  <dcterms:modified xsi:type="dcterms:W3CDTF">2011-08-01T06:04:30Z</dcterms:modified>
  <cp:revision>1</cp:revision>
  <dc:title>OER Station 1 - Rätsel - A3</dc:title>
</cp:coreProperties>
</file>