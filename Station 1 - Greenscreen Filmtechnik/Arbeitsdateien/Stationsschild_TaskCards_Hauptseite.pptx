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15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513201" y="534041"/>
            <a:ext cx="2236384" cy="2276218"/>
          </a:xfrm>
          <a:custGeom>
            <a:avLst/>
            <a:gdLst/>
            <a:ahLst/>
            <a:cxnLst/>
            <a:rect r="r" b="b" t="t" l="l"/>
            <a:pathLst>
              <a:path h="2276218" w="2236384">
                <a:moveTo>
                  <a:pt x="2236384" y="0"/>
                </a:moveTo>
                <a:lnTo>
                  <a:pt x="0" y="0"/>
                </a:lnTo>
                <a:lnTo>
                  <a:pt x="0" y="2276218"/>
                </a:lnTo>
                <a:lnTo>
                  <a:pt x="2236384" y="2276218"/>
                </a:lnTo>
                <a:lnTo>
                  <a:pt x="22363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9658" y="1268457"/>
            <a:ext cx="8747683" cy="732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Beim Betreten des Eingangsbereichs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werden Besucher:innen von Überwachungskameras erfasst. Eure Aufgabe ist es, mit der </a:t>
            </a:r>
            <a:r>
              <a:rPr lang="en-US" sz="4200" b="true">
                <a:solidFill>
                  <a:srgbClr val="000629"/>
                </a:solidFill>
                <a:latin typeface="Poppins Bold"/>
                <a:ea typeface="Poppins Bold"/>
                <a:cs typeface="Poppins Bold"/>
                <a:sym typeface="Poppins Bold"/>
              </a:rPr>
              <a:t>Greenscreen Filmtechnik</a:t>
            </a:r>
            <a:r>
              <a:rPr lang="en-US" sz="420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ein Austauschvideo zu drehen, das über das reale Video gelegt werden kann.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