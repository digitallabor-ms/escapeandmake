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15113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15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634500" y="2820537"/>
            <a:ext cx="2624107" cy="2670847"/>
          </a:xfrm>
          <a:custGeom>
            <a:avLst/>
            <a:gdLst/>
            <a:ahLst/>
            <a:cxnLst/>
            <a:rect r="r" b="b" t="t" l="l"/>
            <a:pathLst>
              <a:path h="2670847" w="2624107">
                <a:moveTo>
                  <a:pt x="2624108" y="0"/>
                </a:moveTo>
                <a:lnTo>
                  <a:pt x="0" y="0"/>
                </a:lnTo>
                <a:lnTo>
                  <a:pt x="0" y="2670847"/>
                </a:lnTo>
                <a:lnTo>
                  <a:pt x="2624108" y="2670847"/>
                </a:lnTo>
                <a:lnTo>
                  <a:pt x="262410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1544" y="5095703"/>
            <a:ext cx="6812956" cy="704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6"/>
              </a:lnSpc>
            </a:pPr>
            <a:r>
              <a:rPr lang="en-US" sz="3737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Beim Betreten des Eingangsbereichs </a:t>
            </a:r>
          </a:p>
          <a:p>
            <a:pPr algn="l">
              <a:lnSpc>
                <a:spcPts val="5606"/>
              </a:lnSpc>
            </a:pPr>
            <a:r>
              <a:rPr lang="en-US" sz="3737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werden Besucher:innen von Überwachungskameras erfasst. Eure Aufgabe ist es, mit der </a:t>
            </a:r>
            <a:r>
              <a:rPr lang="en-US" sz="373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Greenscreen Filmtechnik</a:t>
            </a:r>
            <a:r>
              <a:rPr lang="en-US" sz="3737" b="true">
                <a:solidFill>
                  <a:srgbClr val="FFFEFE"/>
                </a:solidFill>
                <a:latin typeface="Poppins Bold"/>
                <a:ea typeface="Poppins Bold"/>
                <a:cs typeface="Poppins Bold"/>
                <a:sym typeface="Poppins Bold"/>
              </a:rPr>
              <a:t> ein Austauschvideo zu drehen, das über das reale Video gelegt werden kann.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540153" y="13384623"/>
            <a:ext cx="3151847" cy="1027381"/>
          </a:xfrm>
          <a:custGeom>
            <a:avLst/>
            <a:gdLst/>
            <a:ahLst/>
            <a:cxnLst/>
            <a:rect r="r" b="b" t="t" l="l"/>
            <a:pathLst>
              <a:path h="1027381" w="3151847">
                <a:moveTo>
                  <a:pt x="0" y="0"/>
                </a:moveTo>
                <a:lnTo>
                  <a:pt x="3151847" y="0"/>
                </a:lnTo>
                <a:lnTo>
                  <a:pt x="3151847" y="1027381"/>
                </a:lnTo>
                <a:lnTo>
                  <a:pt x="0" y="10273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1544" y="1013900"/>
            <a:ext cx="8020097" cy="88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5"/>
              </a:lnSpc>
            </a:pPr>
            <a:r>
              <a:rPr lang="en-US" sz="467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Das Überwachungsvideo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1242" y="14770349"/>
            <a:ext cx="9372702" cy="226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5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DAG181WwV9s</dc:identifier>
  <dcterms:modified xsi:type="dcterms:W3CDTF">2011-08-01T06:04:30Z</dcterms:modified>
  <cp:revision>1</cp:revision>
  <dc:title>OER A3 Stationsschilder</dc:title>
</cp:coreProperties>
</file>