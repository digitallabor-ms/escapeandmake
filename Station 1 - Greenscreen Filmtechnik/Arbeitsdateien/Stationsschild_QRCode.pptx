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15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91022">
            <a:off x="6555135" y="4078960"/>
            <a:ext cx="3186933" cy="3243698"/>
          </a:xfrm>
          <a:custGeom>
            <a:avLst/>
            <a:gdLst/>
            <a:ahLst/>
            <a:cxnLst/>
            <a:rect r="r" b="b" t="t" l="l"/>
            <a:pathLst>
              <a:path h="3243698" w="3186933">
                <a:moveTo>
                  <a:pt x="3186933" y="0"/>
                </a:moveTo>
                <a:lnTo>
                  <a:pt x="0" y="0"/>
                </a:lnTo>
                <a:lnTo>
                  <a:pt x="0" y="3243698"/>
                </a:lnTo>
                <a:lnTo>
                  <a:pt x="3186933" y="3243698"/>
                </a:lnTo>
                <a:lnTo>
                  <a:pt x="3186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7313" y="3945658"/>
            <a:ext cx="4700976" cy="4700976"/>
          </a:xfrm>
          <a:custGeom>
            <a:avLst/>
            <a:gdLst/>
            <a:ahLst/>
            <a:cxnLst/>
            <a:rect r="r" b="b" t="t" l="l"/>
            <a:pathLst>
              <a:path h="4700976" w="4700976">
                <a:moveTo>
                  <a:pt x="0" y="0"/>
                </a:moveTo>
                <a:lnTo>
                  <a:pt x="4700976" y="0"/>
                </a:lnTo>
                <a:lnTo>
                  <a:pt x="4700976" y="4700976"/>
                </a:lnTo>
                <a:lnTo>
                  <a:pt x="0" y="4700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0764" y="10084909"/>
            <a:ext cx="7155910" cy="277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Greenscreen Filmtechnik </a:t>
            </a:r>
          </a:p>
          <a:p>
            <a:pPr algn="l">
              <a:lnSpc>
                <a:spcPts val="736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10764" y="1396751"/>
            <a:ext cx="867047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 Überwachungsvideo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