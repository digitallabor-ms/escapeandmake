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0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9200" y="4829814"/>
            <a:ext cx="6409096" cy="634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</a:pP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Um die Sicherheitsschleuse zu durchqueren ohne Alarm auszulösen, braucht ihr eine spezielle Schlüsselkarte. Eure Aufgabe ist es, diese Karte mit Hilfe des </a:t>
            </a:r>
            <a:r>
              <a:rPr lang="en-US" sz="374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Lasercutters</a:t>
            </a: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 zu fälschen.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451187" y="13276144"/>
            <a:ext cx="3240813" cy="1056380"/>
          </a:xfrm>
          <a:custGeom>
            <a:avLst/>
            <a:gdLst/>
            <a:ahLst/>
            <a:cxnLst/>
            <a:rect r="r" b="b" t="t" l="l"/>
            <a:pathLst>
              <a:path h="1056380" w="3240813">
                <a:moveTo>
                  <a:pt x="0" y="0"/>
                </a:moveTo>
                <a:lnTo>
                  <a:pt x="3240813" y="0"/>
                </a:lnTo>
                <a:lnTo>
                  <a:pt x="3240813" y="1056381"/>
                </a:lnTo>
                <a:lnTo>
                  <a:pt x="0" y="1056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9200" y="888225"/>
            <a:ext cx="5834710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468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Die Schlüsselkarte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451187" y="2474615"/>
            <a:ext cx="2702384" cy="1942339"/>
          </a:xfrm>
          <a:custGeom>
            <a:avLst/>
            <a:gdLst/>
            <a:ahLst/>
            <a:cxnLst/>
            <a:rect r="r" b="b" t="t" l="l"/>
            <a:pathLst>
              <a:path h="1942339" w="2702384">
                <a:moveTo>
                  <a:pt x="0" y="0"/>
                </a:moveTo>
                <a:lnTo>
                  <a:pt x="2702384" y="0"/>
                </a:lnTo>
                <a:lnTo>
                  <a:pt x="2702384" y="1942339"/>
                </a:lnTo>
                <a:lnTo>
                  <a:pt x="0" y="19423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1242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DAG181WwV9s</dc:identifier>
  <dcterms:modified xsi:type="dcterms:W3CDTF">2011-08-01T06:04:30Z</dcterms:modified>
  <cp:revision>1</cp:revision>
  <dc:title>OER A3 Stationsschilder</dc:title>
</cp:coreProperties>
</file>