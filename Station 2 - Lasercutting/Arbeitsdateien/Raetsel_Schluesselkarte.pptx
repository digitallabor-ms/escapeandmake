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Poppins" charset="1" panose="000005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jpe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790" y="837438"/>
            <a:ext cx="3196619" cy="1938528"/>
          </a:xfrm>
          <a:custGeom>
            <a:avLst/>
            <a:gdLst/>
            <a:ahLst/>
            <a:cxnLst/>
            <a:rect r="r" b="b" t="t" l="l"/>
            <a:pathLst>
              <a:path h="1938528" w="3196619">
                <a:moveTo>
                  <a:pt x="0" y="0"/>
                </a:moveTo>
                <a:lnTo>
                  <a:pt x="3196619" y="0"/>
                </a:lnTo>
                <a:lnTo>
                  <a:pt x="3196619" y="1938528"/>
                </a:lnTo>
                <a:lnTo>
                  <a:pt x="0" y="1938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1294" y="3197352"/>
            <a:ext cx="965873" cy="256032"/>
            <a:chOff x="0" y="0"/>
            <a:chExt cx="1287831" cy="34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7780" cy="341376"/>
            </a:xfrm>
            <a:custGeom>
              <a:avLst/>
              <a:gdLst/>
              <a:ahLst/>
              <a:cxnLst/>
              <a:rect r="r" b="b" t="t" l="l"/>
              <a:pathLst>
                <a:path h="341376" w="1287780">
                  <a:moveTo>
                    <a:pt x="0" y="0"/>
                  </a:moveTo>
                  <a:lnTo>
                    <a:pt x="1287780" y="0"/>
                  </a:lnTo>
                  <a:lnTo>
                    <a:pt x="1287780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70250" y="3197352"/>
            <a:ext cx="3571370" cy="256032"/>
            <a:chOff x="0" y="0"/>
            <a:chExt cx="4761827" cy="3413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865" cy="341376"/>
            </a:xfrm>
            <a:custGeom>
              <a:avLst/>
              <a:gdLst/>
              <a:ahLst/>
              <a:cxnLst/>
              <a:rect r="r" b="b" t="t" l="l"/>
              <a:pathLst>
                <a:path h="341376" w="4761865">
                  <a:moveTo>
                    <a:pt x="0" y="0"/>
                  </a:moveTo>
                  <a:lnTo>
                    <a:pt x="4761865" y="0"/>
                  </a:lnTo>
                  <a:lnTo>
                    <a:pt x="4761865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33416" y="3197352"/>
            <a:ext cx="1127874" cy="256032"/>
            <a:chOff x="0" y="0"/>
            <a:chExt cx="1503832" cy="341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3807" cy="341376"/>
            </a:xfrm>
            <a:custGeom>
              <a:avLst/>
              <a:gdLst/>
              <a:ahLst/>
              <a:cxnLst/>
              <a:rect r="r" b="b" t="t" l="l"/>
              <a:pathLst>
                <a:path h="341376" w="1503807">
                  <a:moveTo>
                    <a:pt x="0" y="0"/>
                  </a:moveTo>
                  <a:lnTo>
                    <a:pt x="1503807" y="0"/>
                  </a:lnTo>
                  <a:lnTo>
                    <a:pt x="1503807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1294" y="3457956"/>
            <a:ext cx="1323213" cy="256032"/>
            <a:chOff x="0" y="0"/>
            <a:chExt cx="1764284" cy="341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64284" cy="341376"/>
            </a:xfrm>
            <a:custGeom>
              <a:avLst/>
              <a:gdLst/>
              <a:ahLst/>
              <a:cxnLst/>
              <a:rect r="r" b="b" t="t" l="l"/>
              <a:pathLst>
                <a:path h="341376" w="1764284">
                  <a:moveTo>
                    <a:pt x="0" y="0"/>
                  </a:moveTo>
                  <a:lnTo>
                    <a:pt x="1764284" y="0"/>
                  </a:lnTo>
                  <a:lnTo>
                    <a:pt x="1764284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36391" y="3457956"/>
            <a:ext cx="4259837" cy="256032"/>
            <a:chOff x="0" y="0"/>
            <a:chExt cx="5679783" cy="341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79821" cy="341376"/>
            </a:xfrm>
            <a:custGeom>
              <a:avLst/>
              <a:gdLst/>
              <a:ahLst/>
              <a:cxnLst/>
              <a:rect r="r" b="b" t="t" l="l"/>
              <a:pathLst>
                <a:path h="341376" w="5679821">
                  <a:moveTo>
                    <a:pt x="0" y="0"/>
                  </a:moveTo>
                  <a:lnTo>
                    <a:pt x="5679821" y="0"/>
                  </a:lnTo>
                  <a:lnTo>
                    <a:pt x="5679821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1294" y="3718560"/>
            <a:ext cx="536858" cy="256032"/>
            <a:chOff x="0" y="0"/>
            <a:chExt cx="715810" cy="341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5772" cy="341376"/>
            </a:xfrm>
            <a:custGeom>
              <a:avLst/>
              <a:gdLst/>
              <a:ahLst/>
              <a:cxnLst/>
              <a:rect r="r" b="b" t="t" l="l"/>
              <a:pathLst>
                <a:path h="341376" w="715772">
                  <a:moveTo>
                    <a:pt x="0" y="0"/>
                  </a:moveTo>
                  <a:lnTo>
                    <a:pt x="715772" y="0"/>
                  </a:lnTo>
                  <a:lnTo>
                    <a:pt x="715772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9626" y="3718560"/>
            <a:ext cx="533314" cy="256032"/>
            <a:chOff x="0" y="0"/>
            <a:chExt cx="711086" cy="341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073" cy="341376"/>
            </a:xfrm>
            <a:custGeom>
              <a:avLst/>
              <a:gdLst/>
              <a:ahLst/>
              <a:cxnLst/>
              <a:rect r="r" b="b" t="t" l="l"/>
              <a:pathLst>
                <a:path h="341376" w="711073">
                  <a:moveTo>
                    <a:pt x="0" y="0"/>
                  </a:moveTo>
                  <a:lnTo>
                    <a:pt x="711073" y="0"/>
                  </a:lnTo>
                  <a:lnTo>
                    <a:pt x="711073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6871344"/>
            <a:ext cx="7549134" cy="3599812"/>
            <a:chOff x="0" y="0"/>
            <a:chExt cx="10065512" cy="47997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65512" cy="4799711"/>
            </a:xfrm>
            <a:custGeom>
              <a:avLst/>
              <a:gdLst/>
              <a:ahLst/>
              <a:cxnLst/>
              <a:rect r="r" b="b" t="t" l="l"/>
              <a:pathLst>
                <a:path h="4799711" w="10065512">
                  <a:moveTo>
                    <a:pt x="0" y="0"/>
                  </a:moveTo>
                  <a:lnTo>
                    <a:pt x="10065512" y="0"/>
                  </a:lnTo>
                  <a:lnTo>
                    <a:pt x="10065512" y="4799711"/>
                  </a:lnTo>
                  <a:lnTo>
                    <a:pt x="0" y="4799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-373709" y="10379730"/>
            <a:ext cx="7560000" cy="1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"/>
              </a:lnSpc>
              <a:spcBef>
                <a:spcPct val="0"/>
              </a:spcBef>
            </a:pPr>
            <a:r>
              <a:rPr lang="en-US" sz="12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195138" y="399804"/>
            <a:ext cx="991153" cy="712391"/>
          </a:xfrm>
          <a:custGeom>
            <a:avLst/>
            <a:gdLst/>
            <a:ahLst/>
            <a:cxnLst/>
            <a:rect r="r" b="b" t="t" l="l"/>
            <a:pathLst>
              <a:path h="712391" w="991153">
                <a:moveTo>
                  <a:pt x="0" y="0"/>
                </a:moveTo>
                <a:lnTo>
                  <a:pt x="991153" y="0"/>
                </a:lnTo>
                <a:lnTo>
                  <a:pt x="991153" y="712392"/>
                </a:lnTo>
                <a:lnTo>
                  <a:pt x="0" y="7123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DAG_sU5A0y4</dc:identifier>
  <dcterms:modified xsi:type="dcterms:W3CDTF">2011-08-01T06:04:30Z</dcterms:modified>
  <cp:revision>1</cp:revision>
  <dc:title>Arbeitsblatt-Schluesselkarte.pdf</dc:title>
</cp:coreProperties>
</file>