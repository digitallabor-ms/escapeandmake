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embeddedFontLst>
    <p:embeddedFont>
      <p:font typeface="Campton Bold" charset="1" panose="020B0004020102020203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0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2466" y="2741274"/>
            <a:ext cx="8942067" cy="561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200" b="true">
                <a:solidFill>
                  <a:srgbClr val="FFFFFF"/>
                </a:solidFill>
                <a:latin typeface="Campton Bold"/>
                <a:ea typeface="Campton Bold"/>
                <a:cs typeface="Campton Bold"/>
                <a:sym typeface="Campton Bold"/>
              </a:rPr>
              <a:t>Um die Sicherheitsschleuse zu durchqueren ohne Alarm auszulösen, braucht ihr eine spezielle Schlüsselkarte. </a:t>
            </a:r>
            <a:r>
              <a:rPr lang="en-US" sz="4200" b="true">
                <a:solidFill>
                  <a:srgbClr val="FFFFFF"/>
                </a:solidFill>
                <a:latin typeface="Campton Bold"/>
                <a:ea typeface="Campton Bold"/>
                <a:cs typeface="Campton Bold"/>
                <a:sym typeface="Campton Bold"/>
              </a:rPr>
              <a:t>Eure Aufgabe ist es, diese Karte mit Hilfe eines </a:t>
            </a:r>
            <a:r>
              <a:rPr lang="en-US" sz="4200" b="true">
                <a:solidFill>
                  <a:srgbClr val="000629"/>
                </a:solidFill>
                <a:latin typeface="Campton Bold"/>
                <a:ea typeface="Campton Bold"/>
                <a:cs typeface="Campton Bold"/>
                <a:sym typeface="Campton Bold"/>
              </a:rPr>
              <a:t>Lasercutters</a:t>
            </a:r>
            <a:r>
              <a:rPr lang="en-US" sz="4200" b="true">
                <a:solidFill>
                  <a:srgbClr val="FFFFFF"/>
                </a:solidFill>
                <a:latin typeface="Campton Bold"/>
                <a:ea typeface="Campton Bold"/>
                <a:cs typeface="Campton Bold"/>
                <a:sym typeface="Campton Bold"/>
              </a:rPr>
              <a:t> zu fälschen.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254541" y="599762"/>
            <a:ext cx="2436187" cy="1751009"/>
          </a:xfrm>
          <a:custGeom>
            <a:avLst/>
            <a:gdLst/>
            <a:ahLst/>
            <a:cxnLst/>
            <a:rect r="r" b="b" t="t" l="l"/>
            <a:pathLst>
              <a:path h="1751009" w="2436187">
                <a:moveTo>
                  <a:pt x="0" y="0"/>
                </a:moveTo>
                <a:lnTo>
                  <a:pt x="2436187" y="0"/>
                </a:lnTo>
                <a:lnTo>
                  <a:pt x="2436187" y="1751009"/>
                </a:lnTo>
                <a:lnTo>
                  <a:pt x="0" y="1751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54541" y="9298535"/>
            <a:ext cx="3032459" cy="988465"/>
          </a:xfrm>
          <a:custGeom>
            <a:avLst/>
            <a:gdLst/>
            <a:ahLst/>
            <a:cxnLst/>
            <a:rect r="r" b="b" t="t" l="l"/>
            <a:pathLst>
              <a:path h="988465" w="3032459">
                <a:moveTo>
                  <a:pt x="0" y="0"/>
                </a:moveTo>
                <a:lnTo>
                  <a:pt x="3032459" y="0"/>
                </a:lnTo>
                <a:lnTo>
                  <a:pt x="3032459" y="988465"/>
                </a:lnTo>
                <a:lnTo>
                  <a:pt x="0" y="98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0025" y="9991590"/>
            <a:ext cx="6989882" cy="17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2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DAGU8W9rl2Q</dc:identifier>
  <dcterms:modified xsi:type="dcterms:W3CDTF">2011-08-01T06:04:30Z</dcterms:modified>
  <cp:revision>1</cp:revision>
  <dc:title>Iconst für TaskCard </dc:title>
</cp:coreProperties>
</file>