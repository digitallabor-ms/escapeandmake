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E00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3247">
            <a:off x="6184918" y="5319400"/>
            <a:ext cx="3254616" cy="2339255"/>
          </a:xfrm>
          <a:custGeom>
            <a:avLst/>
            <a:gdLst/>
            <a:ahLst/>
            <a:cxnLst/>
            <a:rect r="r" b="b" t="t" l="l"/>
            <a:pathLst>
              <a:path h="2339255" w="3254616">
                <a:moveTo>
                  <a:pt x="0" y="0"/>
                </a:moveTo>
                <a:lnTo>
                  <a:pt x="3254617" y="0"/>
                </a:lnTo>
                <a:lnTo>
                  <a:pt x="3254617" y="2339255"/>
                </a:lnTo>
                <a:lnTo>
                  <a:pt x="0" y="23392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0323" y="4218512"/>
            <a:ext cx="4475677" cy="4475677"/>
          </a:xfrm>
          <a:custGeom>
            <a:avLst/>
            <a:gdLst/>
            <a:ahLst/>
            <a:cxnLst/>
            <a:rect r="r" b="b" t="t" l="l"/>
            <a:pathLst>
              <a:path h="4475677" w="4475677">
                <a:moveTo>
                  <a:pt x="0" y="0"/>
                </a:moveTo>
                <a:lnTo>
                  <a:pt x="4475677" y="0"/>
                </a:lnTo>
                <a:lnTo>
                  <a:pt x="4475677" y="4475678"/>
                </a:lnTo>
                <a:lnTo>
                  <a:pt x="0" y="4475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2305" y="10405319"/>
            <a:ext cx="8590495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Lasercutting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81494" y="13511251"/>
            <a:ext cx="3310506" cy="1079098"/>
          </a:xfrm>
          <a:custGeom>
            <a:avLst/>
            <a:gdLst/>
            <a:ahLst/>
            <a:cxnLst/>
            <a:rect r="r" b="b" t="t" l="l"/>
            <a:pathLst>
              <a:path h="1079098" w="3310506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0764" y="1396751"/>
            <a:ext cx="8670473" cy="92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8"/>
              </a:lnSpc>
            </a:pPr>
            <a:r>
              <a:rPr lang="en-US" sz="491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Die Schlüsselkarte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443955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DAGZ7LOIc0s</dc:identifier>
  <dcterms:modified xsi:type="dcterms:W3CDTF">2011-08-01T06:04:30Z</dcterms:modified>
  <cp:revision>1</cp:revision>
  <dc:title>OER A3 Stationsschilder QR Code</dc:title>
</cp:coreProperties>
</file>