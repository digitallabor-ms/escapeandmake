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0764" y="10217181"/>
            <a:ext cx="7423549" cy="1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4677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Drohnenfliegen mit </a:t>
            </a:r>
          </a:p>
          <a:p>
            <a:pPr algn="l">
              <a:lnSpc>
                <a:spcPts val="7015"/>
              </a:lnSpc>
            </a:pPr>
            <a:r>
              <a:rPr lang="en-US" sz="4677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Code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471041">
            <a:off x="5951520" y="4801593"/>
            <a:ext cx="3715389" cy="1952268"/>
          </a:xfrm>
          <a:custGeom>
            <a:avLst/>
            <a:gdLst/>
            <a:ahLst/>
            <a:cxnLst/>
            <a:rect r="r" b="b" t="t" l="l"/>
            <a:pathLst>
              <a:path h="1952268" w="3715389">
                <a:moveTo>
                  <a:pt x="0" y="0"/>
                </a:moveTo>
                <a:lnTo>
                  <a:pt x="3715389" y="0"/>
                </a:lnTo>
                <a:lnTo>
                  <a:pt x="3715389" y="1952268"/>
                </a:lnTo>
                <a:lnTo>
                  <a:pt x="0" y="1952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323" y="4118720"/>
            <a:ext cx="4475677" cy="4475677"/>
          </a:xfrm>
          <a:custGeom>
            <a:avLst/>
            <a:gdLst/>
            <a:ahLst/>
            <a:cxnLst/>
            <a:rect r="r" b="b" t="t" l="l"/>
            <a:pathLst>
              <a:path h="4475677" w="4475677">
                <a:moveTo>
                  <a:pt x="0" y="0"/>
                </a:moveTo>
                <a:lnTo>
                  <a:pt x="4475677" y="0"/>
                </a:lnTo>
                <a:lnTo>
                  <a:pt x="4475677" y="4475677"/>
                </a:lnTo>
                <a:lnTo>
                  <a:pt x="0" y="4475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1494" y="13511251"/>
            <a:ext cx="3310506" cy="1079098"/>
          </a:xfrm>
          <a:custGeom>
            <a:avLst/>
            <a:gdLst/>
            <a:ahLst/>
            <a:cxnLst/>
            <a:rect r="r" b="b" t="t" l="l"/>
            <a:pathLst>
              <a:path h="1079098" w="3310506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0764" y="1396751"/>
            <a:ext cx="867047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Drohnenflug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43955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DAGZ7LOIc0s</dc:identifier>
  <dcterms:modified xsi:type="dcterms:W3CDTF">2011-08-01T06:04:30Z</dcterms:modified>
  <cp:revision>1</cp:revision>
  <dc:title>OER A3 Stationsschilder QR Code</dc:title>
</cp:coreProperties>
</file>