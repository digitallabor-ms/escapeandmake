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15113000"/>
  <p:notesSz cx="6858000" cy="9144000"/>
  <p:embeddedFontLst>
    <p:embeddedFont>
      <p:font typeface="Poppins" panose="00000500000000000000" pitchFamily="2" charset="0"/>
      <p:regular r:id="rId3"/>
    </p:embeddedFont>
    <p:embeddedFont>
      <p:font typeface="Poppins Bold" panose="00000800000000000000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2104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0764" y="10217181"/>
            <a:ext cx="7423549" cy="178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15"/>
              </a:lnSpc>
            </a:pPr>
            <a:r>
              <a:rPr lang="en-US" sz="4677" b="1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Drohnenfliegen mit </a:t>
            </a:r>
          </a:p>
          <a:p>
            <a:pPr algn="l">
              <a:lnSpc>
                <a:spcPts val="7015"/>
              </a:lnSpc>
            </a:pPr>
            <a:r>
              <a:rPr lang="en-US" sz="4677" b="1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Code</a:t>
            </a:r>
          </a:p>
        </p:txBody>
      </p:sp>
      <p:sp>
        <p:nvSpPr>
          <p:cNvPr id="3" name="Freeform 3"/>
          <p:cNvSpPr/>
          <p:nvPr/>
        </p:nvSpPr>
        <p:spPr>
          <a:xfrm rot="1471041">
            <a:off x="5951520" y="4801593"/>
            <a:ext cx="3715389" cy="1952268"/>
          </a:xfrm>
          <a:custGeom>
            <a:avLst/>
            <a:gdLst/>
            <a:ahLst/>
            <a:cxnLst/>
            <a:rect l="l" t="t" r="r" b="b"/>
            <a:pathLst>
              <a:path w="3715389" h="1952268">
                <a:moveTo>
                  <a:pt x="0" y="0"/>
                </a:moveTo>
                <a:lnTo>
                  <a:pt x="3715389" y="0"/>
                </a:lnTo>
                <a:lnTo>
                  <a:pt x="3715389" y="1952268"/>
                </a:lnTo>
                <a:lnTo>
                  <a:pt x="0" y="1952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>
            <a:off x="870323" y="4118720"/>
            <a:ext cx="4475677" cy="4475677"/>
          </a:xfrm>
          <a:custGeom>
            <a:avLst/>
            <a:gdLst/>
            <a:ahLst/>
            <a:cxnLst/>
            <a:rect l="l" t="t" r="r" b="b"/>
            <a:pathLst>
              <a:path w="4475677" h="4475677">
                <a:moveTo>
                  <a:pt x="0" y="0"/>
                </a:moveTo>
                <a:lnTo>
                  <a:pt x="4475677" y="0"/>
                </a:lnTo>
                <a:lnTo>
                  <a:pt x="4475677" y="4475677"/>
                </a:lnTo>
                <a:lnTo>
                  <a:pt x="0" y="44756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>
            <a:off x="7381494" y="13511251"/>
            <a:ext cx="3310506" cy="1079098"/>
          </a:xfrm>
          <a:custGeom>
            <a:avLst/>
            <a:gdLst/>
            <a:ahLst/>
            <a:cxnLst/>
            <a:rect l="l" t="t" r="r" b="b"/>
            <a:pathLst>
              <a:path w="3310506" h="1079098">
                <a:moveTo>
                  <a:pt x="0" y="0"/>
                </a:moveTo>
                <a:lnTo>
                  <a:pt x="3310506" y="0"/>
                </a:lnTo>
                <a:lnTo>
                  <a:pt x="3310506" y="1079098"/>
                </a:lnTo>
                <a:lnTo>
                  <a:pt x="0" y="10790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6"/>
          <p:cNvSpPr txBox="1"/>
          <p:nvPr/>
        </p:nvSpPr>
        <p:spPr>
          <a:xfrm>
            <a:off x="1010764" y="1396751"/>
            <a:ext cx="8670473" cy="91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4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Der Drohnenflug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443955" y="14770349"/>
            <a:ext cx="9372702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Benutzerdefiniert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Poppins Bold</vt:lpstr>
      <vt:lpstr>Arial</vt:lpstr>
      <vt:lpstr>Calibri</vt:lpstr>
      <vt:lpstr>Poppins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OER A3 Stationsschilder QR Code</dc:title>
  <dc:creator>Seida Bahtovic</dc:creator>
  <cp:lastModifiedBy>Seida Bahtovic</cp:lastModifiedBy>
  <cp:revision>1</cp:revision>
  <dcterms:created xsi:type="dcterms:W3CDTF">2006-08-16T00:00:00Z</dcterms:created>
  <dcterms:modified xsi:type="dcterms:W3CDTF">2026-04-21T12:52:58Z</dcterms:modified>
  <dc:identifier>DAGZ7LOIc0s</dc:identifier>
</cp:coreProperties>
</file>