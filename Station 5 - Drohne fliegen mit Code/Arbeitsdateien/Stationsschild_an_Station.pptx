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 Bold" charset="1" panose="00000800000000000000"/>
      <p:regular r:id="rId7"/>
    </p:embeddedFont>
    <p:embeddedFont>
      <p:font typeface="Campton Bold" charset="1" panose="020B0004020102020203"/>
      <p:regular r:id="rId8"/>
    </p:embeddedFont>
    <p:embeddedFont>
      <p:font typeface="Poppins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9200" y="4849693"/>
            <a:ext cx="6347144" cy="563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0"/>
              </a:lnSpc>
            </a:pPr>
            <a:r>
              <a:rPr lang="en-US" sz="374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Der USB-Stick darf die Sicherheitsschleuse nicht passieren und muss per </a:t>
            </a:r>
            <a:r>
              <a:rPr lang="en-US" sz="374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Drohne</a:t>
            </a:r>
            <a:r>
              <a:rPr lang="en-US" sz="3740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 aus dem Gebäude geflogen werden. Hierfür müssst ihr die richtige Flugbahn finden.</a:t>
            </a:r>
          </a:p>
          <a:p>
            <a:pPr algn="l">
              <a:lnSpc>
                <a:spcPts val="561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540153" y="13023419"/>
            <a:ext cx="3151847" cy="1027381"/>
          </a:xfrm>
          <a:custGeom>
            <a:avLst/>
            <a:gdLst/>
            <a:ahLst/>
            <a:cxnLst/>
            <a:rect r="r" b="b" t="t" l="l"/>
            <a:pathLst>
              <a:path h="1027381" w="3151847">
                <a:moveTo>
                  <a:pt x="0" y="0"/>
                </a:moveTo>
                <a:lnTo>
                  <a:pt x="3151847" y="0"/>
                </a:lnTo>
                <a:lnTo>
                  <a:pt x="3151847" y="1027381"/>
                </a:lnTo>
                <a:lnTo>
                  <a:pt x="0" y="1027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9200" y="878700"/>
            <a:ext cx="9092080" cy="90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5"/>
              </a:lnSpc>
            </a:pPr>
            <a:r>
              <a:rPr lang="en-US" sz="4677" b="true">
                <a:solidFill>
                  <a:srgbClr val="000000"/>
                </a:solidFill>
                <a:latin typeface="Campton Bold"/>
                <a:ea typeface="Campton Bold"/>
                <a:cs typeface="Campton Bold"/>
                <a:sym typeface="Campton Bold"/>
              </a:rPr>
              <a:t>Der Drohnenflug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025718">
            <a:off x="7029797" y="2607552"/>
            <a:ext cx="2967836" cy="1559463"/>
          </a:xfrm>
          <a:custGeom>
            <a:avLst/>
            <a:gdLst/>
            <a:ahLst/>
            <a:cxnLst/>
            <a:rect r="r" b="b" t="t" l="l"/>
            <a:pathLst>
              <a:path h="1559463" w="2967836">
                <a:moveTo>
                  <a:pt x="0" y="0"/>
                </a:moveTo>
                <a:lnTo>
                  <a:pt x="2967836" y="0"/>
                </a:lnTo>
                <a:lnTo>
                  <a:pt x="2967836" y="1559463"/>
                </a:lnTo>
                <a:lnTo>
                  <a:pt x="0" y="15594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1242" y="14770349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DAG181WwV9s</dc:identifier>
  <dcterms:modified xsi:type="dcterms:W3CDTF">2011-08-01T06:04:30Z</dcterms:modified>
  <cp:revision>1</cp:revision>
  <dc:title>OER A3 Stationsschilder</dc:title>
</cp:coreProperties>
</file>