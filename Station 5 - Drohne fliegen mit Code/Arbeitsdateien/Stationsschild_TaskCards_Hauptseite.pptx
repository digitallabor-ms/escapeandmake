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5649">
            <a:off x="7131365" y="800489"/>
            <a:ext cx="2576313" cy="1353735"/>
          </a:xfrm>
          <a:custGeom>
            <a:avLst/>
            <a:gdLst/>
            <a:ahLst/>
            <a:cxnLst/>
            <a:rect r="r" b="b" t="t" l="l"/>
            <a:pathLst>
              <a:path h="1353735" w="2576313">
                <a:moveTo>
                  <a:pt x="0" y="0"/>
                </a:moveTo>
                <a:lnTo>
                  <a:pt x="2576313" y="0"/>
                </a:lnTo>
                <a:lnTo>
                  <a:pt x="2576313" y="1353735"/>
                </a:lnTo>
                <a:lnTo>
                  <a:pt x="0" y="1353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8246" y="3017174"/>
            <a:ext cx="9548754" cy="48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Der zu stehlende USB Stick darf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die Sicherheitsschleuse nicht passieren und muss per </a:t>
            </a:r>
            <a:r>
              <a:rPr lang="en-US" sz="4200" b="true">
                <a:solidFill>
                  <a:srgbClr val="000629"/>
                </a:solidFill>
                <a:latin typeface="Poppins Bold"/>
                <a:ea typeface="Poppins Bold"/>
                <a:cs typeface="Poppins Bold"/>
                <a:sym typeface="Poppins Bold"/>
              </a:rPr>
              <a:t>Drohne</a:t>
            </a: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aus dem Gebäude geflogen werden. Hierfür müsst ihr die richtige Flugbahn finden.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