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56500" cy="5321300"/>
  <p:notesSz cx="6858000" cy="9144000"/>
  <p:embeddedFontLst>
    <p:embeddedFont>
      <p:font typeface="Poppins" pitchFamily="2" charset="77"/>
      <p:regular r:id="rId8"/>
      <p:bold r:id="rId9"/>
    </p:embeddedFont>
    <p:embeddedFont>
      <p:font typeface="Poppins Bold" pitchFamily="2" charset="77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67" autoAdjust="0"/>
  </p:normalViewPr>
  <p:slideViewPr>
    <p:cSldViewPr>
      <p:cViewPr varScale="1">
        <p:scale>
          <a:sx n="133" d="100"/>
          <a:sy n="133" d="100"/>
        </p:scale>
        <p:origin x="160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39792" y="4701976"/>
            <a:ext cx="1920208" cy="626024"/>
          </a:xfrm>
          <a:custGeom>
            <a:avLst/>
            <a:gdLst/>
            <a:ahLst/>
            <a:cxnLst/>
            <a:rect l="l" t="t" r="r" b="b"/>
            <a:pathLst>
              <a:path w="1920208" h="626024">
                <a:moveTo>
                  <a:pt x="0" y="0"/>
                </a:moveTo>
                <a:lnTo>
                  <a:pt x="1920208" y="0"/>
                </a:lnTo>
                <a:lnTo>
                  <a:pt x="1920208" y="626024"/>
                </a:lnTo>
                <a:lnTo>
                  <a:pt x="0" y="626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252000" y="3814552"/>
            <a:ext cx="4800172" cy="519420"/>
          </a:xfrm>
          <a:custGeom>
            <a:avLst/>
            <a:gdLst/>
            <a:ahLst/>
            <a:cxnLst/>
            <a:rect l="l" t="t" r="r" b="b"/>
            <a:pathLst>
              <a:path w="4800172" h="519420">
                <a:moveTo>
                  <a:pt x="0" y="0"/>
                </a:moveTo>
                <a:lnTo>
                  <a:pt x="4800172" y="0"/>
                </a:lnTo>
                <a:lnTo>
                  <a:pt x="4800172" y="519420"/>
                </a:lnTo>
                <a:lnTo>
                  <a:pt x="0" y="51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554" r="-28637" b="-66664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56661" y="3844769"/>
            <a:ext cx="469551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86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Drohnenfliegen mit Code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24000" y="891828"/>
            <a:ext cx="3284634" cy="517300"/>
            <a:chOff x="0" y="0"/>
            <a:chExt cx="4379513" cy="689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9513" cy="689734"/>
            </a:xfrm>
            <a:custGeom>
              <a:avLst/>
              <a:gdLst/>
              <a:ahLst/>
              <a:cxnLst/>
              <a:rect l="l" t="t" r="r" b="b"/>
              <a:pathLst>
                <a:path w="4379513" h="689734">
                  <a:moveTo>
                    <a:pt x="0" y="0"/>
                  </a:moveTo>
                  <a:lnTo>
                    <a:pt x="4379513" y="0"/>
                  </a:lnTo>
                  <a:lnTo>
                    <a:pt x="4379513" y="689734"/>
                  </a:lnTo>
                  <a:lnTo>
                    <a:pt x="0" y="689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8" b="-128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70" y="65467"/>
              <a:ext cx="3810688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3"/>
                </a:lnSpc>
              </a:pPr>
              <a:r>
                <a:rPr lang="en-US" sz="2586" b="1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Drohnenflug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84634" y="2465863"/>
            <a:ext cx="1255616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95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1</a:t>
            </a:r>
          </a:p>
        </p:txBody>
      </p:sp>
      <p:sp>
        <p:nvSpPr>
          <p:cNvPr id="9" name="Freeform 9"/>
          <p:cNvSpPr/>
          <p:nvPr/>
        </p:nvSpPr>
        <p:spPr>
          <a:xfrm rot="1471041">
            <a:off x="5269077" y="960469"/>
            <a:ext cx="1696123" cy="891236"/>
          </a:xfrm>
          <a:custGeom>
            <a:avLst/>
            <a:gdLst/>
            <a:ahLst/>
            <a:cxnLst/>
            <a:rect l="l" t="t" r="r" b="b"/>
            <a:pathLst>
              <a:path w="1696123" h="891236">
                <a:moveTo>
                  <a:pt x="0" y="0"/>
                </a:moveTo>
                <a:lnTo>
                  <a:pt x="1696123" y="0"/>
                </a:lnTo>
                <a:lnTo>
                  <a:pt x="1696123" y="891236"/>
                </a:lnTo>
                <a:lnTo>
                  <a:pt x="0" y="891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0" y="5109011"/>
            <a:ext cx="5470808" cy="14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" y="176194"/>
            <a:ext cx="7251382" cy="4975612"/>
            <a:chOff x="0" y="0"/>
            <a:chExt cx="3527037" cy="242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7037" cy="2420114"/>
            </a:xfrm>
            <a:custGeom>
              <a:avLst/>
              <a:gdLst/>
              <a:ahLst/>
              <a:cxnLst/>
              <a:rect l="l" t="t" r="r" b="b"/>
              <a:pathLst>
                <a:path w="3527037" h="2420114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527037" cy="2429639"/>
            </a:xfrm>
            <a:prstGeom prst="rect">
              <a:avLst/>
            </a:prstGeom>
          </p:spPr>
          <p:txBody>
            <a:bodyPr lIns="17719" tIns="17719" rIns="17719" bIns="17719" rtlCol="0" anchor="ctr"/>
            <a:lstStyle/>
            <a:p>
              <a:pPr algn="ctr">
                <a:lnSpc>
                  <a:spcPts val="178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471041">
            <a:off x="5222624" y="911246"/>
            <a:ext cx="1696123" cy="891236"/>
          </a:xfrm>
          <a:custGeom>
            <a:avLst/>
            <a:gdLst/>
            <a:ahLst/>
            <a:cxnLst/>
            <a:rect l="l" t="t" r="r" b="b"/>
            <a:pathLst>
              <a:path w="1696123" h="891236">
                <a:moveTo>
                  <a:pt x="0" y="0"/>
                </a:moveTo>
                <a:lnTo>
                  <a:pt x="1696123" y="0"/>
                </a:lnTo>
                <a:lnTo>
                  <a:pt x="1696123" y="891235"/>
                </a:lnTo>
                <a:lnTo>
                  <a:pt x="0" y="89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416823" y="1356864"/>
            <a:ext cx="1539296" cy="3040110"/>
          </a:xfrm>
          <a:custGeom>
            <a:avLst/>
            <a:gdLst/>
            <a:ahLst/>
            <a:cxnLst/>
            <a:rect l="l" t="t" r="r" b="b"/>
            <a:pathLst>
              <a:path w="1539296" h="3040110">
                <a:moveTo>
                  <a:pt x="0" y="0"/>
                </a:moveTo>
                <a:lnTo>
                  <a:pt x="1539297" y="0"/>
                </a:lnTo>
                <a:lnTo>
                  <a:pt x="1539297" y="3040110"/>
                </a:lnTo>
                <a:lnTo>
                  <a:pt x="0" y="3040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416823" y="580456"/>
            <a:ext cx="52387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86" b="1">
                <a:solidFill>
                  <a:srgbClr val="FF9000"/>
                </a:solidFill>
                <a:latin typeface="Poppins Bold"/>
                <a:ea typeface="Poppins Bold"/>
                <a:cs typeface="Poppins Bold"/>
                <a:sym typeface="Poppins Bold"/>
              </a:rPr>
              <a:t>Kalibrieren und abheben</a:t>
            </a:r>
          </a:p>
        </p:txBody>
      </p:sp>
      <p:sp>
        <p:nvSpPr>
          <p:cNvPr id="8" name="Freeform 8"/>
          <p:cNvSpPr/>
          <p:nvPr/>
        </p:nvSpPr>
        <p:spPr>
          <a:xfrm rot="1864439">
            <a:off x="5582060" y="1068846"/>
            <a:ext cx="1497561" cy="786900"/>
          </a:xfrm>
          <a:custGeom>
            <a:avLst/>
            <a:gdLst/>
            <a:ahLst/>
            <a:cxnLst/>
            <a:rect l="l" t="t" r="r" b="b"/>
            <a:pathLst>
              <a:path w="1497561" h="786900">
                <a:moveTo>
                  <a:pt x="0" y="0"/>
                </a:moveTo>
                <a:lnTo>
                  <a:pt x="1497560" y="0"/>
                </a:lnTo>
                <a:lnTo>
                  <a:pt x="1497560" y="786900"/>
                </a:lnTo>
                <a:lnTo>
                  <a:pt x="0" y="786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39792" y="4701976"/>
            <a:ext cx="1920208" cy="626024"/>
          </a:xfrm>
          <a:custGeom>
            <a:avLst/>
            <a:gdLst/>
            <a:ahLst/>
            <a:cxnLst/>
            <a:rect l="l" t="t" r="r" b="b"/>
            <a:pathLst>
              <a:path w="1920208" h="626024">
                <a:moveTo>
                  <a:pt x="0" y="0"/>
                </a:moveTo>
                <a:lnTo>
                  <a:pt x="1920208" y="0"/>
                </a:lnTo>
                <a:lnTo>
                  <a:pt x="1920208" y="626024"/>
                </a:lnTo>
                <a:lnTo>
                  <a:pt x="0" y="626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252000" y="3814552"/>
            <a:ext cx="4800172" cy="519420"/>
          </a:xfrm>
          <a:custGeom>
            <a:avLst/>
            <a:gdLst/>
            <a:ahLst/>
            <a:cxnLst/>
            <a:rect l="l" t="t" r="r" b="b"/>
            <a:pathLst>
              <a:path w="4800172" h="519420">
                <a:moveTo>
                  <a:pt x="0" y="0"/>
                </a:moveTo>
                <a:lnTo>
                  <a:pt x="4800172" y="0"/>
                </a:lnTo>
                <a:lnTo>
                  <a:pt x="4800172" y="519420"/>
                </a:lnTo>
                <a:lnTo>
                  <a:pt x="0" y="51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554" r="-28637" b="-66664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56661" y="3844769"/>
            <a:ext cx="469551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86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Drohnenflug mit Code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24000" y="891828"/>
            <a:ext cx="3284634" cy="517300"/>
            <a:chOff x="0" y="0"/>
            <a:chExt cx="4379513" cy="689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9513" cy="689734"/>
            </a:xfrm>
            <a:custGeom>
              <a:avLst/>
              <a:gdLst/>
              <a:ahLst/>
              <a:cxnLst/>
              <a:rect l="l" t="t" r="r" b="b"/>
              <a:pathLst>
                <a:path w="4379513" h="689734">
                  <a:moveTo>
                    <a:pt x="0" y="0"/>
                  </a:moveTo>
                  <a:lnTo>
                    <a:pt x="4379513" y="0"/>
                  </a:lnTo>
                  <a:lnTo>
                    <a:pt x="4379513" y="689734"/>
                  </a:lnTo>
                  <a:lnTo>
                    <a:pt x="0" y="689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8" b="-128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70" y="65467"/>
              <a:ext cx="3810688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3"/>
                </a:lnSpc>
              </a:pPr>
              <a:r>
                <a:rPr lang="en-US" sz="2586" b="1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Drohnenflug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84634" y="2465863"/>
            <a:ext cx="1179416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95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2</a:t>
            </a:r>
          </a:p>
        </p:txBody>
      </p:sp>
      <p:sp>
        <p:nvSpPr>
          <p:cNvPr id="9" name="Freeform 9"/>
          <p:cNvSpPr/>
          <p:nvPr/>
        </p:nvSpPr>
        <p:spPr>
          <a:xfrm rot="1471041">
            <a:off x="5269077" y="960469"/>
            <a:ext cx="1696123" cy="891236"/>
          </a:xfrm>
          <a:custGeom>
            <a:avLst/>
            <a:gdLst/>
            <a:ahLst/>
            <a:cxnLst/>
            <a:rect l="l" t="t" r="r" b="b"/>
            <a:pathLst>
              <a:path w="1696123" h="891236">
                <a:moveTo>
                  <a:pt x="0" y="0"/>
                </a:moveTo>
                <a:lnTo>
                  <a:pt x="1696123" y="0"/>
                </a:lnTo>
                <a:lnTo>
                  <a:pt x="1696123" y="891236"/>
                </a:lnTo>
                <a:lnTo>
                  <a:pt x="0" y="891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0" y="5109011"/>
            <a:ext cx="5470808" cy="14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" y="176194"/>
            <a:ext cx="7251382" cy="4975612"/>
            <a:chOff x="0" y="0"/>
            <a:chExt cx="3527037" cy="242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7037" cy="2420114"/>
            </a:xfrm>
            <a:custGeom>
              <a:avLst/>
              <a:gdLst/>
              <a:ahLst/>
              <a:cxnLst/>
              <a:rect l="l" t="t" r="r" b="b"/>
              <a:pathLst>
                <a:path w="3527037" h="2420114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527037" cy="2429639"/>
            </a:xfrm>
            <a:prstGeom prst="rect">
              <a:avLst/>
            </a:prstGeom>
          </p:spPr>
          <p:txBody>
            <a:bodyPr lIns="17719" tIns="17719" rIns="17719" bIns="17719" rtlCol="0" anchor="ctr"/>
            <a:lstStyle/>
            <a:p>
              <a:pPr algn="ctr">
                <a:lnSpc>
                  <a:spcPts val="178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471041">
            <a:off x="5222624" y="911246"/>
            <a:ext cx="1696123" cy="891236"/>
          </a:xfrm>
          <a:custGeom>
            <a:avLst/>
            <a:gdLst/>
            <a:ahLst/>
            <a:cxnLst/>
            <a:rect l="l" t="t" r="r" b="b"/>
            <a:pathLst>
              <a:path w="1696123" h="891236">
                <a:moveTo>
                  <a:pt x="0" y="0"/>
                </a:moveTo>
                <a:lnTo>
                  <a:pt x="1696123" y="0"/>
                </a:lnTo>
                <a:lnTo>
                  <a:pt x="1696123" y="891235"/>
                </a:lnTo>
                <a:lnTo>
                  <a:pt x="0" y="89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1864439">
            <a:off x="5582060" y="1068846"/>
            <a:ext cx="1497561" cy="786900"/>
          </a:xfrm>
          <a:custGeom>
            <a:avLst/>
            <a:gdLst/>
            <a:ahLst/>
            <a:cxnLst/>
            <a:rect l="l" t="t" r="r" b="b"/>
            <a:pathLst>
              <a:path w="1497561" h="786900">
                <a:moveTo>
                  <a:pt x="0" y="0"/>
                </a:moveTo>
                <a:lnTo>
                  <a:pt x="1497560" y="0"/>
                </a:lnTo>
                <a:lnTo>
                  <a:pt x="1497560" y="786900"/>
                </a:lnTo>
                <a:lnTo>
                  <a:pt x="0" y="786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228379" y="1661495"/>
            <a:ext cx="5484412" cy="2372008"/>
          </a:xfrm>
          <a:custGeom>
            <a:avLst/>
            <a:gdLst/>
            <a:ahLst/>
            <a:cxnLst/>
            <a:rect l="l" t="t" r="r" b="b"/>
            <a:pathLst>
              <a:path w="5484412" h="2372008">
                <a:moveTo>
                  <a:pt x="0" y="0"/>
                </a:moveTo>
                <a:lnTo>
                  <a:pt x="5484412" y="0"/>
                </a:lnTo>
                <a:lnTo>
                  <a:pt x="5484412" y="2372008"/>
                </a:lnTo>
                <a:lnTo>
                  <a:pt x="0" y="2372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407654" y="580456"/>
            <a:ext cx="52387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86" b="1">
                <a:solidFill>
                  <a:srgbClr val="FF9000"/>
                </a:solidFill>
                <a:latin typeface="Poppins Bold"/>
                <a:ea typeface="Poppins Bold"/>
                <a:cs typeface="Poppins Bold"/>
                <a:sym typeface="Poppins Bold"/>
              </a:rPr>
              <a:t>1 Meter vorwärts fliegen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39792" y="4701976"/>
            <a:ext cx="1920208" cy="626024"/>
          </a:xfrm>
          <a:custGeom>
            <a:avLst/>
            <a:gdLst/>
            <a:ahLst/>
            <a:cxnLst/>
            <a:rect l="l" t="t" r="r" b="b"/>
            <a:pathLst>
              <a:path w="1920208" h="626024">
                <a:moveTo>
                  <a:pt x="0" y="0"/>
                </a:moveTo>
                <a:lnTo>
                  <a:pt x="1920208" y="0"/>
                </a:lnTo>
                <a:lnTo>
                  <a:pt x="1920208" y="626024"/>
                </a:lnTo>
                <a:lnTo>
                  <a:pt x="0" y="626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252000" y="3814552"/>
            <a:ext cx="4800172" cy="519420"/>
          </a:xfrm>
          <a:custGeom>
            <a:avLst/>
            <a:gdLst/>
            <a:ahLst/>
            <a:cxnLst/>
            <a:rect l="l" t="t" r="r" b="b"/>
            <a:pathLst>
              <a:path w="4800172" h="519420">
                <a:moveTo>
                  <a:pt x="0" y="0"/>
                </a:moveTo>
                <a:lnTo>
                  <a:pt x="4800172" y="0"/>
                </a:lnTo>
                <a:lnTo>
                  <a:pt x="4800172" y="519420"/>
                </a:lnTo>
                <a:lnTo>
                  <a:pt x="0" y="51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554" r="-28637" b="-66664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56661" y="3844769"/>
            <a:ext cx="469551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86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Drohnenfliegen mit Code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24000" y="891828"/>
            <a:ext cx="3284634" cy="517300"/>
            <a:chOff x="0" y="0"/>
            <a:chExt cx="4379513" cy="689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9513" cy="689734"/>
            </a:xfrm>
            <a:custGeom>
              <a:avLst/>
              <a:gdLst/>
              <a:ahLst/>
              <a:cxnLst/>
              <a:rect l="l" t="t" r="r" b="b"/>
              <a:pathLst>
                <a:path w="4379513" h="689734">
                  <a:moveTo>
                    <a:pt x="0" y="0"/>
                  </a:moveTo>
                  <a:lnTo>
                    <a:pt x="4379513" y="0"/>
                  </a:lnTo>
                  <a:lnTo>
                    <a:pt x="4379513" y="689734"/>
                  </a:lnTo>
                  <a:lnTo>
                    <a:pt x="0" y="689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8" b="-128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70" y="65467"/>
              <a:ext cx="3810688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3"/>
                </a:lnSpc>
              </a:pPr>
              <a:r>
                <a:rPr lang="en-US" sz="2586" b="1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Drohnenflug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84634" y="2465863"/>
            <a:ext cx="1331816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95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3</a:t>
            </a:r>
          </a:p>
        </p:txBody>
      </p:sp>
      <p:sp>
        <p:nvSpPr>
          <p:cNvPr id="9" name="Freeform 9"/>
          <p:cNvSpPr/>
          <p:nvPr/>
        </p:nvSpPr>
        <p:spPr>
          <a:xfrm rot="1471041">
            <a:off x="5324095" y="963511"/>
            <a:ext cx="1696123" cy="891236"/>
          </a:xfrm>
          <a:custGeom>
            <a:avLst/>
            <a:gdLst/>
            <a:ahLst/>
            <a:cxnLst/>
            <a:rect l="l" t="t" r="r" b="b"/>
            <a:pathLst>
              <a:path w="1696123" h="891236">
                <a:moveTo>
                  <a:pt x="0" y="0"/>
                </a:moveTo>
                <a:lnTo>
                  <a:pt x="1696123" y="0"/>
                </a:lnTo>
                <a:lnTo>
                  <a:pt x="1696123" y="891236"/>
                </a:lnTo>
                <a:lnTo>
                  <a:pt x="0" y="891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0" y="5109011"/>
            <a:ext cx="5470808" cy="14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" y="176194"/>
            <a:ext cx="7251382" cy="4975612"/>
            <a:chOff x="0" y="0"/>
            <a:chExt cx="3527037" cy="242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7037" cy="2420114"/>
            </a:xfrm>
            <a:custGeom>
              <a:avLst/>
              <a:gdLst/>
              <a:ahLst/>
              <a:cxnLst/>
              <a:rect l="l" t="t" r="r" b="b"/>
              <a:pathLst>
                <a:path w="3527037" h="2420114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527037" cy="2429639"/>
            </a:xfrm>
            <a:prstGeom prst="rect">
              <a:avLst/>
            </a:prstGeom>
          </p:spPr>
          <p:txBody>
            <a:bodyPr lIns="17719" tIns="17719" rIns="17719" bIns="17719" rtlCol="0" anchor="ctr"/>
            <a:lstStyle/>
            <a:p>
              <a:pPr algn="ctr">
                <a:lnSpc>
                  <a:spcPts val="178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471041">
            <a:off x="5222624" y="911246"/>
            <a:ext cx="1696123" cy="891236"/>
          </a:xfrm>
          <a:custGeom>
            <a:avLst/>
            <a:gdLst/>
            <a:ahLst/>
            <a:cxnLst/>
            <a:rect l="l" t="t" r="r" b="b"/>
            <a:pathLst>
              <a:path w="1696123" h="891236">
                <a:moveTo>
                  <a:pt x="0" y="0"/>
                </a:moveTo>
                <a:lnTo>
                  <a:pt x="1696123" y="0"/>
                </a:lnTo>
                <a:lnTo>
                  <a:pt x="1696123" y="891235"/>
                </a:lnTo>
                <a:lnTo>
                  <a:pt x="0" y="89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1864439">
            <a:off x="5582060" y="1068846"/>
            <a:ext cx="1497561" cy="786900"/>
          </a:xfrm>
          <a:custGeom>
            <a:avLst/>
            <a:gdLst/>
            <a:ahLst/>
            <a:cxnLst/>
            <a:rect l="l" t="t" r="r" b="b"/>
            <a:pathLst>
              <a:path w="1497561" h="786900">
                <a:moveTo>
                  <a:pt x="0" y="0"/>
                </a:moveTo>
                <a:lnTo>
                  <a:pt x="1497560" y="0"/>
                </a:lnTo>
                <a:lnTo>
                  <a:pt x="1497560" y="786900"/>
                </a:lnTo>
                <a:lnTo>
                  <a:pt x="0" y="786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249892" y="1921616"/>
            <a:ext cx="4671780" cy="1378175"/>
          </a:xfrm>
          <a:custGeom>
            <a:avLst/>
            <a:gdLst/>
            <a:ahLst/>
            <a:cxnLst/>
            <a:rect l="l" t="t" r="r" b="b"/>
            <a:pathLst>
              <a:path w="4671780" h="1378175">
                <a:moveTo>
                  <a:pt x="0" y="0"/>
                </a:moveTo>
                <a:lnTo>
                  <a:pt x="4671780" y="0"/>
                </a:lnTo>
                <a:lnTo>
                  <a:pt x="4671780" y="1378175"/>
                </a:lnTo>
                <a:lnTo>
                  <a:pt x="0" y="1378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407654" y="580456"/>
            <a:ext cx="52387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86" b="1">
                <a:solidFill>
                  <a:srgbClr val="FF9000"/>
                </a:solidFill>
                <a:latin typeface="Poppins Bold"/>
                <a:ea typeface="Poppins Bold"/>
                <a:cs typeface="Poppins Bold"/>
                <a:sym typeface="Poppins Bold"/>
              </a:rPr>
              <a:t>90° Drehung nach rechts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Macintosh PowerPoint</Application>
  <PresentationFormat>Benutzerdefiniert</PresentationFormat>
  <Paragraphs>15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Poppins Bold</vt:lpstr>
      <vt:lpstr>Poppins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Drohnenflug</dc:title>
  <cp:lastModifiedBy>Annika Junge</cp:lastModifiedBy>
  <cp:revision>2</cp:revision>
  <dcterms:created xsi:type="dcterms:W3CDTF">2006-08-16T00:00:00Z</dcterms:created>
  <dcterms:modified xsi:type="dcterms:W3CDTF">2026-03-04T12:11:05Z</dcterms:modified>
  <dc:identifier>DAG_hVyC6D8</dc:identifier>
</cp:coreProperties>
</file>