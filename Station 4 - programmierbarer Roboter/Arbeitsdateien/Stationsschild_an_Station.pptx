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9200" y="5028016"/>
            <a:ext cx="6400510" cy="63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Damit der Coup gelingt, muss ein </a:t>
            </a: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Roboter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das Licht aus- und wieder einschalten. Die Aufgabe ist es, den Roboter so zu programmieren, dass er unbemerkt zum Lichtschalter gelangt.</a:t>
            </a:r>
          </a:p>
          <a:p>
            <a:pPr algn="l">
              <a:lnSpc>
                <a:spcPts val="56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13653" y="13014781"/>
            <a:ext cx="3178347" cy="1036019"/>
          </a:xfrm>
          <a:custGeom>
            <a:avLst/>
            <a:gdLst/>
            <a:ahLst/>
            <a:cxnLst/>
            <a:rect r="r" b="b" t="t" l="l"/>
            <a:pathLst>
              <a:path h="1036019" w="3178347">
                <a:moveTo>
                  <a:pt x="0" y="0"/>
                </a:moveTo>
                <a:lnTo>
                  <a:pt x="3178347" y="0"/>
                </a:lnTo>
                <a:lnTo>
                  <a:pt x="3178347" y="1036019"/>
                </a:lnTo>
                <a:lnTo>
                  <a:pt x="0" y="103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9200" y="888225"/>
            <a:ext cx="9168525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468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Lichtschalter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242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