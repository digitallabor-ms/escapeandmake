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1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B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0764" y="10173200"/>
            <a:ext cx="8324434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4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</a:t>
            </a:r>
          </a:p>
          <a:p>
            <a:pPr algn="just">
              <a:lnSpc>
                <a:spcPts val="7349"/>
              </a:lnSpc>
            </a:pPr>
            <a:r>
              <a:rPr lang="en-US" sz="4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Roboter </a:t>
            </a:r>
          </a:p>
        </p:txBody>
      </p:sp>
      <p:sp>
        <p:nvSpPr>
          <p:cNvPr id="3" name="Freeform 3"/>
          <p:cNvSpPr/>
          <p:nvPr/>
        </p:nvSpPr>
        <p:spPr>
          <a:xfrm>
            <a:off x="755740" y="4096730"/>
            <a:ext cx="4475677" cy="4475677"/>
          </a:xfrm>
          <a:custGeom>
            <a:avLst/>
            <a:gdLst/>
            <a:ahLst/>
            <a:cxnLst/>
            <a:rect l="l" t="t" r="r" b="b"/>
            <a:pathLst>
              <a:path w="4475677" h="4475677">
                <a:moveTo>
                  <a:pt x="0" y="0"/>
                </a:moveTo>
                <a:lnTo>
                  <a:pt x="4475677" y="0"/>
                </a:lnTo>
                <a:lnTo>
                  <a:pt x="4475677" y="4475677"/>
                </a:lnTo>
                <a:lnTo>
                  <a:pt x="0" y="4475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4" name="Group 4"/>
          <p:cNvGrpSpPr/>
          <p:nvPr/>
        </p:nvGrpSpPr>
        <p:grpSpPr>
          <a:xfrm rot="739832">
            <a:off x="6237957" y="4418065"/>
            <a:ext cx="3336387" cy="3026637"/>
            <a:chOff x="0" y="0"/>
            <a:chExt cx="4448516" cy="4035516"/>
          </a:xfrm>
        </p:grpSpPr>
        <p:sp>
          <p:nvSpPr>
            <p:cNvPr id="5" name="Freeform 5"/>
            <p:cNvSpPr/>
            <p:nvPr/>
          </p:nvSpPr>
          <p:spPr>
            <a:xfrm rot="7122513">
              <a:off x="3008930" y="2574944"/>
              <a:ext cx="1195433" cy="1265008"/>
            </a:xfrm>
            <a:custGeom>
              <a:avLst/>
              <a:gdLst/>
              <a:ahLst/>
              <a:cxnLst/>
              <a:rect l="l" t="t" r="r" b="b"/>
              <a:pathLst>
                <a:path w="1195433" h="1265008">
                  <a:moveTo>
                    <a:pt x="0" y="0"/>
                  </a:moveTo>
                  <a:lnTo>
                    <a:pt x="1195433" y="0"/>
                  </a:lnTo>
                  <a:lnTo>
                    <a:pt x="1195433" y="1265008"/>
                  </a:lnTo>
                  <a:lnTo>
                    <a:pt x="0" y="126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Freeform 6"/>
            <p:cNvSpPr/>
            <p:nvPr/>
          </p:nvSpPr>
          <p:spPr>
            <a:xfrm rot="123526">
              <a:off x="64515" y="55875"/>
              <a:ext cx="3176248" cy="3648756"/>
            </a:xfrm>
            <a:custGeom>
              <a:avLst/>
              <a:gdLst/>
              <a:ahLst/>
              <a:cxnLst/>
              <a:rect l="l" t="t" r="r" b="b"/>
              <a:pathLst>
                <a:path w="3176248" h="3648756">
                  <a:moveTo>
                    <a:pt x="0" y="0"/>
                  </a:moveTo>
                  <a:lnTo>
                    <a:pt x="3176248" y="0"/>
                  </a:lnTo>
                  <a:lnTo>
                    <a:pt x="3176248" y="3648756"/>
                  </a:lnTo>
                  <a:lnTo>
                    <a:pt x="0" y="3648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389" b="-11123"/>
              </a:stretch>
            </a:blip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7" name="Freeform 7"/>
          <p:cNvSpPr/>
          <p:nvPr/>
        </p:nvSpPr>
        <p:spPr>
          <a:xfrm>
            <a:off x="7381494" y="13511251"/>
            <a:ext cx="3310506" cy="1079098"/>
          </a:xfrm>
          <a:custGeom>
            <a:avLst/>
            <a:gdLst/>
            <a:ahLst/>
            <a:cxnLst/>
            <a:rect l="l" t="t" r="r" b="b"/>
            <a:pathLst>
              <a:path w="3310506" h="1079098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1010764" y="1396751"/>
            <a:ext cx="8670473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Lichtschalter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443955" y="14770349"/>
            <a:ext cx="937270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Poppins Bold</vt:lpstr>
      <vt:lpstr>Arial</vt:lpstr>
      <vt:lpstr>Calibri</vt:lpstr>
      <vt:lpstr>Poppins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OER A3 Stationsschilder QR Code</dc:title>
  <dc:creator>Seida Bahtovic</dc:creator>
  <cp:lastModifiedBy>Seida Bahtovic</cp:lastModifiedBy>
  <cp:revision>1</cp:revision>
  <dcterms:created xsi:type="dcterms:W3CDTF">2006-08-16T00:00:00Z</dcterms:created>
  <dcterms:modified xsi:type="dcterms:W3CDTF">2026-04-21T12:32:45Z</dcterms:modified>
  <dc:identifier>DAGZ7LOIc0s</dc:identifier>
</cp:coreProperties>
</file>