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7556500" cy="10693400"/>
  <p:notesSz cx="6858000" cy="9144000"/>
  <p:embeddedFontLst>
    <p:embeddedFont>
      <p:font typeface="Poppins Bold" charset="1" panose="00000800000000000000"/>
      <p:regular r:id="rId8"/>
    </p:embeddedFont>
    <p:embeddedFont>
      <p:font typeface="Poppins" charset="1" panose="00000500000000000000"/>
      <p:regular r:id="rId9"/>
    </p:embeddedFont>
    <p:embeddedFont>
      <p:font typeface="Montserrat" charset="1" panose="000005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413876" y="6203888"/>
          <a:ext cx="2883832" cy="3219450"/>
        </p:xfrm>
        <a:graphic>
          <a:graphicData uri="http://schemas.openxmlformats.org/drawingml/2006/table">
            <a:tbl>
              <a:tblPr/>
              <a:tblGrid>
                <a:gridCol w="360479"/>
                <a:gridCol w="360479"/>
                <a:gridCol w="360479"/>
                <a:gridCol w="360479"/>
                <a:gridCol w="360479"/>
                <a:gridCol w="360479"/>
                <a:gridCol w="360479"/>
                <a:gridCol w="360479"/>
              </a:tblGrid>
              <a:tr h="4024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1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1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1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1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1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1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1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1BF"/>
                    </a:solidFill>
                  </a:tcPr>
                </a:tc>
              </a:tr>
              <a:tr h="4024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1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1BF"/>
                    </a:solidFill>
                  </a:tcPr>
                </a:tc>
              </a:tr>
              <a:tr h="4024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1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r>
                        <a:rPr lang="en-US" sz="1313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4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40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r>
                        <a:rPr lang="en-US" sz="1313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2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40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r>
                        <a:rPr lang="en-US" sz="1313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2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40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1BF"/>
                    </a:solidFill>
                  </a:tcPr>
                </a:tc>
              </a:tr>
              <a:tr h="4024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37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r>
                        <a:rPr lang="en-US" sz="1313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2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40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r>
                        <a:rPr lang="en-US" sz="1313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2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40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r>
                        <a:rPr lang="en-US" sz="1313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4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40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r>
                        <a:rPr lang="en-US" sz="1313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3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40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1BF"/>
                    </a:solidFill>
                  </a:tcPr>
                </a:tc>
              </a:tr>
              <a:tr h="4024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1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r>
                        <a:rPr lang="en-US" b="true" sz="1313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3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40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r>
                        <a:rPr lang="en-US" sz="1313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4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40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r>
                        <a:rPr lang="en-US" b="true" sz="1313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3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40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1BF"/>
                    </a:solidFill>
                  </a:tcPr>
                </a:tc>
              </a:tr>
              <a:tr h="4024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1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r>
                        <a:rPr lang="en-US" b="true" sz="1313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3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40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r>
                        <a:rPr lang="en-US" sz="1313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4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40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r>
                        <a:rPr lang="en-US" sz="1313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3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40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r>
                        <a:rPr lang="en-US" sz="1313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1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40B"/>
                    </a:solidFill>
                  </a:tcPr>
                </a:tc>
              </a:tr>
              <a:tr h="4024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1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r>
                        <a:rPr lang="en-US" b="true" sz="1313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3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40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r>
                        <a:rPr lang="en-US" sz="1313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2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40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r>
                        <a:rPr lang="en-US" sz="1313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2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40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1BF"/>
                    </a:solidFill>
                  </a:tcPr>
                </a:tc>
              </a:tr>
              <a:tr h="4024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1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1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1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1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1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1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1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1BF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4937599" y="6886904"/>
          <a:ext cx="377148" cy="419100"/>
        </p:xfrm>
        <a:graphic>
          <a:graphicData uri="http://schemas.openxmlformats.org/drawingml/2006/table">
            <a:tbl>
              <a:tblPr/>
              <a:tblGrid>
                <a:gridCol w="377148"/>
              </a:tblGrid>
              <a:tr h="3312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r>
                        <a:rPr lang="en-US" b="true" sz="1313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1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40B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5438571" y="6886904"/>
          <a:ext cx="377148" cy="419100"/>
        </p:xfrm>
        <a:graphic>
          <a:graphicData uri="http://schemas.openxmlformats.org/drawingml/2006/table">
            <a:tbl>
              <a:tblPr/>
              <a:tblGrid>
                <a:gridCol w="377148"/>
              </a:tblGrid>
              <a:tr h="3312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r>
                        <a:rPr lang="en-US" sz="1313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2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40B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5815719" y="6886904"/>
          <a:ext cx="377148" cy="419100"/>
        </p:xfrm>
        <a:graphic>
          <a:graphicData uri="http://schemas.openxmlformats.org/drawingml/2006/table">
            <a:tbl>
              <a:tblPr/>
              <a:tblGrid>
                <a:gridCol w="377148"/>
              </a:tblGrid>
              <a:tr h="3312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r>
                        <a:rPr lang="en-US" sz="1313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2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40B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5438571" y="7355626"/>
          <a:ext cx="377148" cy="419100"/>
        </p:xfrm>
        <a:graphic>
          <a:graphicData uri="http://schemas.openxmlformats.org/drawingml/2006/table">
            <a:tbl>
              <a:tblPr/>
              <a:tblGrid>
                <a:gridCol w="377148"/>
              </a:tblGrid>
              <a:tr h="3312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r>
                        <a:rPr lang="en-US" sz="1313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2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40B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5815719" y="7355626"/>
          <a:ext cx="377148" cy="419100"/>
        </p:xfrm>
        <a:graphic>
          <a:graphicData uri="http://schemas.openxmlformats.org/drawingml/2006/table">
            <a:tbl>
              <a:tblPr/>
              <a:tblGrid>
                <a:gridCol w="377148"/>
              </a:tblGrid>
              <a:tr h="3312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r>
                        <a:rPr lang="en-US" sz="1313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2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40B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6312568" y="6886904"/>
          <a:ext cx="377148" cy="419100"/>
        </p:xfrm>
        <a:graphic>
          <a:graphicData uri="http://schemas.openxmlformats.org/drawingml/2006/table">
            <a:tbl>
              <a:tblPr/>
              <a:tblGrid>
                <a:gridCol w="377148"/>
              </a:tblGrid>
              <a:tr h="3312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r>
                        <a:rPr lang="en-US" sz="1313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2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40B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6689716" y="6886904"/>
          <a:ext cx="377148" cy="419100"/>
        </p:xfrm>
        <a:graphic>
          <a:graphicData uri="http://schemas.openxmlformats.org/drawingml/2006/table">
            <a:tbl>
              <a:tblPr/>
              <a:tblGrid>
                <a:gridCol w="377148"/>
              </a:tblGrid>
              <a:tr h="3312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r>
                        <a:rPr lang="en-US" sz="1313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2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40B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6312568" y="7373058"/>
          <a:ext cx="377148" cy="419100"/>
        </p:xfrm>
        <a:graphic>
          <a:graphicData uri="http://schemas.openxmlformats.org/drawingml/2006/table">
            <a:tbl>
              <a:tblPr/>
              <a:tblGrid>
                <a:gridCol w="377148"/>
              </a:tblGrid>
              <a:tr h="3312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r>
                        <a:rPr lang="en-US" sz="1313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2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40B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6689716" y="7373058"/>
          <a:ext cx="377148" cy="419100"/>
        </p:xfrm>
        <a:graphic>
          <a:graphicData uri="http://schemas.openxmlformats.org/drawingml/2006/table">
            <a:tbl>
              <a:tblPr/>
              <a:tblGrid>
                <a:gridCol w="377148"/>
              </a:tblGrid>
              <a:tr h="3312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r>
                        <a:rPr lang="en-US" sz="1313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2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40B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5935421" y="7916422"/>
          <a:ext cx="377148" cy="419100"/>
        </p:xfrm>
        <a:graphic>
          <a:graphicData uri="http://schemas.openxmlformats.org/drawingml/2006/table">
            <a:tbl>
              <a:tblPr/>
              <a:tblGrid>
                <a:gridCol w="377148"/>
              </a:tblGrid>
              <a:tr h="3312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r>
                        <a:rPr lang="en-US" sz="1313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3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40B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6312568" y="7916422"/>
          <a:ext cx="377148" cy="419100"/>
        </p:xfrm>
        <a:graphic>
          <a:graphicData uri="http://schemas.openxmlformats.org/drawingml/2006/table">
            <a:tbl>
              <a:tblPr/>
              <a:tblGrid>
                <a:gridCol w="377148"/>
              </a:tblGrid>
              <a:tr h="3312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r>
                        <a:rPr lang="en-US" sz="1313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3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40B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6689716" y="7916422"/>
          <a:ext cx="377148" cy="419100"/>
        </p:xfrm>
        <a:graphic>
          <a:graphicData uri="http://schemas.openxmlformats.org/drawingml/2006/table">
            <a:tbl>
              <a:tblPr/>
              <a:tblGrid>
                <a:gridCol w="377148"/>
              </a:tblGrid>
              <a:tr h="3312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r>
                        <a:rPr lang="en-US" sz="1313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3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40B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5935421" y="8461313"/>
          <a:ext cx="377148" cy="419100"/>
        </p:xfrm>
        <a:graphic>
          <a:graphicData uri="http://schemas.openxmlformats.org/drawingml/2006/table">
            <a:tbl>
              <a:tblPr/>
              <a:tblGrid>
                <a:gridCol w="377148"/>
              </a:tblGrid>
              <a:tr h="3312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r>
                        <a:rPr lang="en-US" sz="1313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3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40B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6312568" y="8461313"/>
          <a:ext cx="377148" cy="419100"/>
        </p:xfrm>
        <a:graphic>
          <a:graphicData uri="http://schemas.openxmlformats.org/drawingml/2006/table">
            <a:tbl>
              <a:tblPr/>
              <a:tblGrid>
                <a:gridCol w="377148"/>
              </a:tblGrid>
              <a:tr h="3312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r>
                        <a:rPr lang="en-US" sz="1313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3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40B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6689716" y="8461313"/>
          <a:ext cx="377148" cy="419100"/>
        </p:xfrm>
        <a:graphic>
          <a:graphicData uri="http://schemas.openxmlformats.org/drawingml/2006/table">
            <a:tbl>
              <a:tblPr/>
              <a:tblGrid>
                <a:gridCol w="377148"/>
              </a:tblGrid>
              <a:tr h="3312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r>
                        <a:rPr lang="en-US" sz="1313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3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40B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18" id="18"/>
          <p:cNvGraphicFramePr>
            <a:graphicFrameLocks noGrp="true"/>
          </p:cNvGraphicFramePr>
          <p:nvPr/>
        </p:nvGraphicFramePr>
        <p:xfrm>
          <a:off x="5558273" y="9004238"/>
          <a:ext cx="377148" cy="419100"/>
        </p:xfrm>
        <a:graphic>
          <a:graphicData uri="http://schemas.openxmlformats.org/drawingml/2006/table">
            <a:tbl>
              <a:tblPr/>
              <a:tblGrid>
                <a:gridCol w="377148"/>
              </a:tblGrid>
              <a:tr h="3312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r>
                        <a:rPr lang="en-US" sz="1313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4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40B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5935421" y="9004238"/>
          <a:ext cx="377148" cy="419100"/>
        </p:xfrm>
        <a:graphic>
          <a:graphicData uri="http://schemas.openxmlformats.org/drawingml/2006/table">
            <a:tbl>
              <a:tblPr/>
              <a:tblGrid>
                <a:gridCol w="377148"/>
              </a:tblGrid>
              <a:tr h="3312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r>
                        <a:rPr lang="en-US" sz="1313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4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40B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20" id="20"/>
          <p:cNvGraphicFramePr>
            <a:graphicFrameLocks noGrp="true"/>
          </p:cNvGraphicFramePr>
          <p:nvPr/>
        </p:nvGraphicFramePr>
        <p:xfrm>
          <a:off x="6312568" y="9004238"/>
          <a:ext cx="377148" cy="419100"/>
        </p:xfrm>
        <a:graphic>
          <a:graphicData uri="http://schemas.openxmlformats.org/drawingml/2006/table">
            <a:tbl>
              <a:tblPr/>
              <a:tblGrid>
                <a:gridCol w="377148"/>
              </a:tblGrid>
              <a:tr h="3312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r>
                        <a:rPr lang="en-US" sz="1313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4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40B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21" id="21"/>
          <p:cNvGraphicFramePr>
            <a:graphicFrameLocks noGrp="true"/>
          </p:cNvGraphicFramePr>
          <p:nvPr/>
        </p:nvGraphicFramePr>
        <p:xfrm>
          <a:off x="6689716" y="9004238"/>
          <a:ext cx="377148" cy="419100"/>
        </p:xfrm>
        <a:graphic>
          <a:graphicData uri="http://schemas.openxmlformats.org/drawingml/2006/table">
            <a:tbl>
              <a:tblPr/>
              <a:tblGrid>
                <a:gridCol w="377148"/>
              </a:tblGrid>
              <a:tr h="3312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r>
                        <a:rPr lang="en-US" sz="1313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4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40B"/>
                    </a:solidFill>
                  </a:tcPr>
                </a:tc>
              </a:tr>
            </a:tbl>
          </a:graphicData>
        </a:graphic>
      </p:graphicFrame>
      <p:sp>
        <p:nvSpPr>
          <p:cNvPr name="TextBox 22" id="22"/>
          <p:cNvSpPr txBox="true"/>
          <p:nvPr/>
        </p:nvSpPr>
        <p:spPr>
          <a:xfrm rot="0">
            <a:off x="511908" y="464520"/>
            <a:ext cx="5999013" cy="459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Ermittelt den Weg zum richtigen Schalter! 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Nutzt dafür </a:t>
            </a: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ALLE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Streckenbausteine, die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hier abgebildet sind.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Den kleinen DIN A3 Schaltplan 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findet Ihr an der Station. Nutzt diesen, um die richtige Route zu bestimmen, bevor ihr den Weg für den Roboter programmieren könnt.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Wenn ihr den Roboter programmiert habt, lasst ihn auf dem großen Schaltplan die Route abfahren, um zu schauen, ob Ihr das 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richtige Licht an- und ausmachen könnt.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11908" y="7406426"/>
            <a:ext cx="849451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Start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1908" y="5415417"/>
            <a:ext cx="1309177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Beispiel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0172" y="3766510"/>
            <a:ext cx="53185" cy="124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5"/>
              </a:lnSpc>
            </a:pPr>
            <a:r>
              <a:rPr lang="en-US" sz="704" spc="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681595" y="8213016"/>
            <a:ext cx="597152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Ziel</a:t>
            </a:r>
          </a:p>
        </p:txBody>
      </p:sp>
      <p:grpSp>
        <p:nvGrpSpPr>
          <p:cNvPr name="Group 27" id="27"/>
          <p:cNvGrpSpPr/>
          <p:nvPr/>
        </p:nvGrpSpPr>
        <p:grpSpPr>
          <a:xfrm rot="739832">
            <a:off x="6103878" y="645926"/>
            <a:ext cx="1191235" cy="1080641"/>
            <a:chOff x="0" y="0"/>
            <a:chExt cx="1588314" cy="1440855"/>
          </a:xfrm>
        </p:grpSpPr>
        <p:sp>
          <p:nvSpPr>
            <p:cNvPr name="Freeform 28" id="28"/>
            <p:cNvSpPr/>
            <p:nvPr/>
          </p:nvSpPr>
          <p:spPr>
            <a:xfrm flipH="false" flipV="false" rot="7122513">
              <a:off x="1074319" y="919367"/>
              <a:ext cx="426822" cy="451663"/>
            </a:xfrm>
            <a:custGeom>
              <a:avLst/>
              <a:gdLst/>
              <a:ahLst/>
              <a:cxnLst/>
              <a:rect r="r" b="b" t="t" l="l"/>
              <a:pathLst>
                <a:path h="451663" w="426822">
                  <a:moveTo>
                    <a:pt x="0" y="0"/>
                  </a:moveTo>
                  <a:lnTo>
                    <a:pt x="426822" y="0"/>
                  </a:lnTo>
                  <a:lnTo>
                    <a:pt x="426822" y="451663"/>
                  </a:lnTo>
                  <a:lnTo>
                    <a:pt x="0" y="451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123526">
              <a:off x="23035" y="19950"/>
              <a:ext cx="1134059" cy="1302765"/>
            </a:xfrm>
            <a:custGeom>
              <a:avLst/>
              <a:gdLst/>
              <a:ahLst/>
              <a:cxnLst/>
              <a:rect r="r" b="b" t="t" l="l"/>
              <a:pathLst>
                <a:path h="1302765" w="1134059">
                  <a:moveTo>
                    <a:pt x="0" y="0"/>
                  </a:moveTo>
                  <a:lnTo>
                    <a:pt x="1134059" y="0"/>
                  </a:lnTo>
                  <a:lnTo>
                    <a:pt x="1134059" y="1302765"/>
                  </a:lnTo>
                  <a:lnTo>
                    <a:pt x="0" y="13027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-2389" b="-11123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-340585" y="10358888"/>
            <a:ext cx="7560000" cy="182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2"/>
              </a:lnSpc>
              <a:spcBef>
                <a:spcPct val="0"/>
              </a:spcBef>
            </a:pPr>
            <a:r>
              <a:rPr lang="en-US" sz="120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© 2026 vom Digitallabor Münster ist lizensiert unter CC BY-NC-SA 4.0. </a:t>
            </a:r>
          </a:p>
        </p:txBody>
      </p:sp>
      <p:graphicFrame>
        <p:nvGraphicFramePr>
          <p:cNvPr name="Table 31" id="31"/>
          <p:cNvGraphicFramePr>
            <a:graphicFrameLocks noGrp="true"/>
          </p:cNvGraphicFramePr>
          <p:nvPr/>
        </p:nvGraphicFramePr>
        <p:xfrm>
          <a:off x="4297708" y="8226119"/>
          <a:ext cx="358098" cy="381000"/>
        </p:xfrm>
        <a:graphic>
          <a:graphicData uri="http://schemas.openxmlformats.org/drawingml/2006/table">
            <a:tbl>
              <a:tblPr/>
              <a:tblGrid>
                <a:gridCol w="358098"/>
              </a:tblGrid>
              <a:tr h="2868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BD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6042" y="8358767"/>
            <a:ext cx="585047" cy="281588"/>
            <a:chOff x="0" y="0"/>
            <a:chExt cx="168405" cy="810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8405" cy="81055"/>
            </a:xfrm>
            <a:custGeom>
              <a:avLst/>
              <a:gdLst/>
              <a:ahLst/>
              <a:cxnLst/>
              <a:rect r="r" b="b" t="t" l="l"/>
              <a:pathLst>
                <a:path h="81055" w="168405">
                  <a:moveTo>
                    <a:pt x="0" y="0"/>
                  </a:moveTo>
                  <a:lnTo>
                    <a:pt x="168405" y="0"/>
                  </a:lnTo>
                  <a:lnTo>
                    <a:pt x="168405" y="81055"/>
                  </a:lnTo>
                  <a:lnTo>
                    <a:pt x="0" y="81055"/>
                  </a:lnTo>
                  <a:close/>
                </a:path>
              </a:pathLst>
            </a:custGeom>
            <a:solidFill>
              <a:srgbClr val="E8440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8405" cy="119155"/>
            </a:xfrm>
            <a:prstGeom prst="rect">
              <a:avLst/>
            </a:prstGeom>
          </p:spPr>
          <p:txBody>
            <a:bodyPr anchor="ctr" rtlCol="false" tIns="46481" lIns="46481" bIns="46481" rIns="46481"/>
            <a:lstStyle/>
            <a:p>
              <a:pPr algn="ctr">
                <a:lnSpc>
                  <a:spcPts val="203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71525" y="8362154"/>
            <a:ext cx="94503" cy="23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3"/>
              </a:lnSpc>
            </a:pPr>
            <a:r>
              <a:rPr lang="en-US" sz="13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71282" y="8362154"/>
            <a:ext cx="94503" cy="23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3"/>
              </a:lnSpc>
            </a:pPr>
            <a:r>
              <a:rPr lang="en-US" sz="13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99710" y="8358767"/>
            <a:ext cx="585047" cy="281588"/>
            <a:chOff x="0" y="0"/>
            <a:chExt cx="168405" cy="8105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8405" cy="81055"/>
            </a:xfrm>
            <a:custGeom>
              <a:avLst/>
              <a:gdLst/>
              <a:ahLst/>
              <a:cxnLst/>
              <a:rect r="r" b="b" t="t" l="l"/>
              <a:pathLst>
                <a:path h="81055" w="168405">
                  <a:moveTo>
                    <a:pt x="0" y="0"/>
                  </a:moveTo>
                  <a:lnTo>
                    <a:pt x="168405" y="0"/>
                  </a:lnTo>
                  <a:lnTo>
                    <a:pt x="168405" y="81055"/>
                  </a:lnTo>
                  <a:lnTo>
                    <a:pt x="0" y="81055"/>
                  </a:lnTo>
                  <a:close/>
                </a:path>
              </a:pathLst>
            </a:custGeom>
            <a:solidFill>
              <a:srgbClr val="E8440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68405" cy="119155"/>
            </a:xfrm>
            <a:prstGeom prst="rect">
              <a:avLst/>
            </a:prstGeom>
          </p:spPr>
          <p:txBody>
            <a:bodyPr anchor="ctr" rtlCol="false" tIns="46481" lIns="46481" bIns="46481" rIns="46481"/>
            <a:lstStyle/>
            <a:p>
              <a:pPr algn="ctr">
                <a:lnSpc>
                  <a:spcPts val="2037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95194" y="8362154"/>
            <a:ext cx="94503" cy="23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3"/>
              </a:lnSpc>
            </a:pPr>
            <a:r>
              <a:rPr lang="en-US" sz="13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4950" y="8362154"/>
            <a:ext cx="94503" cy="23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3"/>
              </a:lnSpc>
            </a:pPr>
            <a:r>
              <a:rPr lang="en-US" sz="13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99710" y="7657943"/>
            <a:ext cx="556864" cy="268023"/>
            <a:chOff x="0" y="0"/>
            <a:chExt cx="168405" cy="810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8405" cy="81055"/>
            </a:xfrm>
            <a:custGeom>
              <a:avLst/>
              <a:gdLst/>
              <a:ahLst/>
              <a:cxnLst/>
              <a:rect r="r" b="b" t="t" l="l"/>
              <a:pathLst>
                <a:path h="81055" w="168405">
                  <a:moveTo>
                    <a:pt x="0" y="0"/>
                  </a:moveTo>
                  <a:lnTo>
                    <a:pt x="168405" y="0"/>
                  </a:lnTo>
                  <a:lnTo>
                    <a:pt x="168405" y="81055"/>
                  </a:lnTo>
                  <a:lnTo>
                    <a:pt x="0" y="81055"/>
                  </a:lnTo>
                  <a:close/>
                </a:path>
              </a:pathLst>
            </a:custGeom>
            <a:solidFill>
              <a:srgbClr val="E8440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68405" cy="119155"/>
            </a:xfrm>
            <a:prstGeom prst="rect">
              <a:avLst/>
            </a:prstGeom>
          </p:spPr>
          <p:txBody>
            <a:bodyPr anchor="ctr" rtlCol="false" tIns="44242" lIns="44242" bIns="44242" rIns="44242"/>
            <a:lstStyle/>
            <a:p>
              <a:pPr algn="ctr">
                <a:lnSpc>
                  <a:spcPts val="2037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90594" y="7668857"/>
            <a:ext cx="89951" cy="216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73"/>
              </a:lnSpc>
            </a:pPr>
            <a:r>
              <a:rPr lang="en-US" sz="12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5911" y="7668857"/>
            <a:ext cx="89951" cy="216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73"/>
              </a:lnSpc>
            </a:pPr>
            <a:r>
              <a:rPr lang="en-US" sz="12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99710" y="7301749"/>
            <a:ext cx="296209" cy="280376"/>
            <a:chOff x="0" y="0"/>
            <a:chExt cx="86184" cy="8157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6184" cy="81577"/>
            </a:xfrm>
            <a:custGeom>
              <a:avLst/>
              <a:gdLst/>
              <a:ahLst/>
              <a:cxnLst/>
              <a:rect r="r" b="b" t="t" l="l"/>
              <a:pathLst>
                <a:path h="81577" w="86184">
                  <a:moveTo>
                    <a:pt x="0" y="0"/>
                  </a:moveTo>
                  <a:lnTo>
                    <a:pt x="86184" y="0"/>
                  </a:lnTo>
                  <a:lnTo>
                    <a:pt x="86184" y="81577"/>
                  </a:lnTo>
                  <a:lnTo>
                    <a:pt x="0" y="81577"/>
                  </a:lnTo>
                  <a:close/>
                </a:path>
              </a:pathLst>
            </a:custGeom>
            <a:solidFill>
              <a:srgbClr val="E8440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6184" cy="119677"/>
            </a:xfrm>
            <a:prstGeom prst="rect">
              <a:avLst/>
            </a:prstGeom>
          </p:spPr>
          <p:txBody>
            <a:bodyPr anchor="ctr" rtlCol="false" tIns="45984" lIns="45984" bIns="45984" rIns="45984"/>
            <a:lstStyle/>
            <a:p>
              <a:pPr algn="ctr">
                <a:lnSpc>
                  <a:spcPts val="2037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598068" y="7305591"/>
            <a:ext cx="93494" cy="233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3"/>
              </a:lnSpc>
            </a:pPr>
            <a:r>
              <a:rPr lang="en-US" sz="131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499710" y="7999090"/>
            <a:ext cx="876419" cy="286552"/>
            <a:chOff x="0" y="0"/>
            <a:chExt cx="247905" cy="8105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47905" cy="81055"/>
            </a:xfrm>
            <a:custGeom>
              <a:avLst/>
              <a:gdLst/>
              <a:ahLst/>
              <a:cxnLst/>
              <a:rect r="r" b="b" t="t" l="l"/>
              <a:pathLst>
                <a:path h="81055" w="247905">
                  <a:moveTo>
                    <a:pt x="0" y="0"/>
                  </a:moveTo>
                  <a:lnTo>
                    <a:pt x="247905" y="0"/>
                  </a:lnTo>
                  <a:lnTo>
                    <a:pt x="247905" y="81055"/>
                  </a:lnTo>
                  <a:lnTo>
                    <a:pt x="0" y="81055"/>
                  </a:lnTo>
                  <a:close/>
                </a:path>
              </a:pathLst>
            </a:custGeom>
            <a:solidFill>
              <a:srgbClr val="E8440B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47905" cy="119155"/>
            </a:xfrm>
            <a:prstGeom prst="rect">
              <a:avLst/>
            </a:prstGeom>
          </p:spPr>
          <p:txBody>
            <a:bodyPr anchor="ctr" rtlCol="false" tIns="47300" lIns="47300" bIns="47300" rIns="47300"/>
            <a:lstStyle/>
            <a:p>
              <a:pPr algn="ctr">
                <a:lnSpc>
                  <a:spcPts val="2037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602771" y="8003209"/>
            <a:ext cx="96169" cy="242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6"/>
              </a:lnSpc>
            </a:pPr>
            <a:r>
              <a:rPr lang="en-US" sz="135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69028" y="8003209"/>
            <a:ext cx="96169" cy="242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6"/>
              </a:lnSpc>
            </a:pPr>
            <a:r>
              <a:rPr lang="en-US" sz="135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35285" y="8003209"/>
            <a:ext cx="96169" cy="242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6"/>
              </a:lnSpc>
            </a:pPr>
            <a:r>
              <a:rPr lang="en-US" sz="135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499710" y="9065256"/>
            <a:ext cx="1737512" cy="278654"/>
            <a:chOff x="0" y="0"/>
            <a:chExt cx="505406" cy="8105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05406" cy="81055"/>
            </a:xfrm>
            <a:custGeom>
              <a:avLst/>
              <a:gdLst/>
              <a:ahLst/>
              <a:cxnLst/>
              <a:rect r="r" b="b" t="t" l="l"/>
              <a:pathLst>
                <a:path h="81055" w="505406">
                  <a:moveTo>
                    <a:pt x="0" y="0"/>
                  </a:moveTo>
                  <a:lnTo>
                    <a:pt x="505406" y="0"/>
                  </a:lnTo>
                  <a:lnTo>
                    <a:pt x="505406" y="81055"/>
                  </a:lnTo>
                  <a:lnTo>
                    <a:pt x="0" y="81055"/>
                  </a:lnTo>
                  <a:close/>
                </a:path>
              </a:pathLst>
            </a:custGeom>
            <a:solidFill>
              <a:srgbClr val="E8440B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505406" cy="119155"/>
            </a:xfrm>
            <a:prstGeom prst="rect">
              <a:avLst/>
            </a:prstGeom>
          </p:spPr>
          <p:txBody>
            <a:bodyPr anchor="ctr" rtlCol="false" tIns="45996" lIns="45996" bIns="45996" rIns="45996"/>
            <a:lstStyle/>
            <a:p>
              <a:pPr algn="ctr">
                <a:lnSpc>
                  <a:spcPts val="2037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594199" y="9068211"/>
            <a:ext cx="93519" cy="23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3"/>
              </a:lnSpc>
            </a:pPr>
            <a:r>
              <a:rPr lang="en-US" sz="131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90833" y="9068211"/>
            <a:ext cx="93519" cy="23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3"/>
              </a:lnSpc>
            </a:pPr>
            <a:r>
              <a:rPr lang="en-US" sz="131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73150" y="9068211"/>
            <a:ext cx="93519" cy="23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3"/>
              </a:lnSpc>
            </a:pPr>
            <a:r>
              <a:rPr lang="en-US" sz="131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69784" y="9068211"/>
            <a:ext cx="93519" cy="23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3"/>
              </a:lnSpc>
            </a:pPr>
            <a:r>
              <a:rPr lang="en-US" sz="131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752102" y="9068211"/>
            <a:ext cx="93519" cy="23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3"/>
              </a:lnSpc>
            </a:pPr>
            <a:r>
              <a:rPr lang="en-US" sz="131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048736" y="9068211"/>
            <a:ext cx="93519" cy="23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3"/>
              </a:lnSpc>
            </a:pPr>
            <a:r>
              <a:rPr lang="en-US" sz="131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499710" y="8713478"/>
            <a:ext cx="1447379" cy="278654"/>
            <a:chOff x="0" y="0"/>
            <a:chExt cx="421012" cy="8105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21012" cy="81055"/>
            </a:xfrm>
            <a:custGeom>
              <a:avLst/>
              <a:gdLst/>
              <a:ahLst/>
              <a:cxnLst/>
              <a:rect r="r" b="b" t="t" l="l"/>
              <a:pathLst>
                <a:path h="81055" w="421012">
                  <a:moveTo>
                    <a:pt x="0" y="0"/>
                  </a:moveTo>
                  <a:lnTo>
                    <a:pt x="421012" y="0"/>
                  </a:lnTo>
                  <a:lnTo>
                    <a:pt x="421012" y="81055"/>
                  </a:lnTo>
                  <a:lnTo>
                    <a:pt x="0" y="81055"/>
                  </a:lnTo>
                  <a:close/>
                </a:path>
              </a:pathLst>
            </a:custGeom>
            <a:solidFill>
              <a:srgbClr val="E8440B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421012" cy="119155"/>
            </a:xfrm>
            <a:prstGeom prst="rect">
              <a:avLst/>
            </a:prstGeom>
          </p:spPr>
          <p:txBody>
            <a:bodyPr anchor="ctr" rtlCol="false" tIns="45996" lIns="45996" bIns="45996" rIns="45996"/>
            <a:lstStyle/>
            <a:p>
              <a:pPr algn="ctr">
                <a:lnSpc>
                  <a:spcPts val="2037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608638" y="8716433"/>
            <a:ext cx="93519" cy="23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3"/>
              </a:lnSpc>
            </a:pPr>
            <a:r>
              <a:rPr lang="en-US" sz="131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90833" y="8716433"/>
            <a:ext cx="93519" cy="23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3"/>
              </a:lnSpc>
            </a:pPr>
            <a:r>
              <a:rPr lang="en-US" sz="131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73150" y="8716433"/>
            <a:ext cx="93519" cy="23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3"/>
              </a:lnSpc>
            </a:pPr>
            <a:r>
              <a:rPr lang="en-US" sz="131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55345" y="8716433"/>
            <a:ext cx="93519" cy="23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3"/>
              </a:lnSpc>
            </a:pPr>
            <a:r>
              <a:rPr lang="en-US" sz="131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743094" y="8716433"/>
            <a:ext cx="93519" cy="23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3"/>
              </a:lnSpc>
            </a:pPr>
            <a:r>
              <a:rPr lang="en-US" sz="131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499710" y="9417034"/>
            <a:ext cx="2005327" cy="275676"/>
            <a:chOff x="0" y="0"/>
            <a:chExt cx="589609" cy="8105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89609" cy="81055"/>
            </a:xfrm>
            <a:custGeom>
              <a:avLst/>
              <a:gdLst/>
              <a:ahLst/>
              <a:cxnLst/>
              <a:rect r="r" b="b" t="t" l="l"/>
              <a:pathLst>
                <a:path h="81055" w="589609">
                  <a:moveTo>
                    <a:pt x="0" y="0"/>
                  </a:moveTo>
                  <a:lnTo>
                    <a:pt x="589609" y="0"/>
                  </a:lnTo>
                  <a:lnTo>
                    <a:pt x="589609" y="81055"/>
                  </a:lnTo>
                  <a:lnTo>
                    <a:pt x="0" y="81055"/>
                  </a:lnTo>
                  <a:close/>
                </a:path>
              </a:pathLst>
            </a:custGeom>
            <a:solidFill>
              <a:srgbClr val="E8440B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589609" cy="119155"/>
            </a:xfrm>
            <a:prstGeom prst="rect">
              <a:avLst/>
            </a:prstGeom>
          </p:spPr>
          <p:txBody>
            <a:bodyPr anchor="ctr" rtlCol="false" tIns="45505" lIns="45505" bIns="45505" rIns="45505"/>
            <a:lstStyle/>
            <a:p>
              <a:pPr algn="ctr">
                <a:lnSpc>
                  <a:spcPts val="2037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593840" y="9419550"/>
            <a:ext cx="92519" cy="23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4"/>
              </a:lnSpc>
            </a:pPr>
            <a:r>
              <a:rPr lang="en-US" sz="1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87303" y="9419550"/>
            <a:ext cx="92519" cy="23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4"/>
              </a:lnSpc>
            </a:pPr>
            <a:r>
              <a:rPr lang="en-US" sz="1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66604" y="9419550"/>
            <a:ext cx="92519" cy="23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4"/>
              </a:lnSpc>
            </a:pPr>
            <a:r>
              <a:rPr lang="en-US" sz="1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60068" y="9419550"/>
            <a:ext cx="92519" cy="23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4"/>
              </a:lnSpc>
            </a:pPr>
            <a:r>
              <a:rPr lang="en-US" sz="1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739369" y="9419550"/>
            <a:ext cx="92519" cy="23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4"/>
              </a:lnSpc>
            </a:pPr>
            <a:r>
              <a:rPr lang="en-US" sz="1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032833" y="9419550"/>
            <a:ext cx="92519" cy="23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4"/>
              </a:lnSpc>
            </a:pPr>
            <a:r>
              <a:rPr lang="en-US" sz="1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312011" y="9419550"/>
            <a:ext cx="92519" cy="23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4"/>
              </a:lnSpc>
            </a:pPr>
            <a:r>
              <a:rPr lang="en-US" sz="1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908470" y="7304443"/>
            <a:ext cx="296209" cy="280376"/>
            <a:chOff x="0" y="0"/>
            <a:chExt cx="86184" cy="81577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6184" cy="81577"/>
            </a:xfrm>
            <a:custGeom>
              <a:avLst/>
              <a:gdLst/>
              <a:ahLst/>
              <a:cxnLst/>
              <a:rect r="r" b="b" t="t" l="l"/>
              <a:pathLst>
                <a:path h="81577" w="86184">
                  <a:moveTo>
                    <a:pt x="0" y="0"/>
                  </a:moveTo>
                  <a:lnTo>
                    <a:pt x="86184" y="0"/>
                  </a:lnTo>
                  <a:lnTo>
                    <a:pt x="86184" y="81577"/>
                  </a:lnTo>
                  <a:lnTo>
                    <a:pt x="0" y="81577"/>
                  </a:lnTo>
                  <a:close/>
                </a:path>
              </a:pathLst>
            </a:custGeom>
            <a:solidFill>
              <a:srgbClr val="E8440B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86184" cy="119677"/>
            </a:xfrm>
            <a:prstGeom prst="rect">
              <a:avLst/>
            </a:prstGeom>
          </p:spPr>
          <p:txBody>
            <a:bodyPr anchor="ctr" rtlCol="false" tIns="45984" lIns="45984" bIns="45984" rIns="45984"/>
            <a:lstStyle/>
            <a:p>
              <a:pPr algn="ctr">
                <a:lnSpc>
                  <a:spcPts val="2037"/>
                </a:lnSpc>
              </a:pP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006828" y="7308285"/>
            <a:ext cx="93494" cy="233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3"/>
              </a:lnSpc>
            </a:pPr>
            <a:r>
              <a:rPr lang="en-US" sz="131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2521297" y="7657943"/>
            <a:ext cx="556864" cy="268023"/>
            <a:chOff x="0" y="0"/>
            <a:chExt cx="168405" cy="8105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68405" cy="81055"/>
            </a:xfrm>
            <a:custGeom>
              <a:avLst/>
              <a:gdLst/>
              <a:ahLst/>
              <a:cxnLst/>
              <a:rect r="r" b="b" t="t" l="l"/>
              <a:pathLst>
                <a:path h="81055" w="168405">
                  <a:moveTo>
                    <a:pt x="0" y="0"/>
                  </a:moveTo>
                  <a:lnTo>
                    <a:pt x="168405" y="0"/>
                  </a:lnTo>
                  <a:lnTo>
                    <a:pt x="168405" y="81055"/>
                  </a:lnTo>
                  <a:lnTo>
                    <a:pt x="0" y="81055"/>
                  </a:lnTo>
                  <a:close/>
                </a:path>
              </a:pathLst>
            </a:custGeom>
            <a:solidFill>
              <a:srgbClr val="E8440B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68405" cy="119155"/>
            </a:xfrm>
            <a:prstGeom prst="rect">
              <a:avLst/>
            </a:prstGeom>
          </p:spPr>
          <p:txBody>
            <a:bodyPr anchor="ctr" rtlCol="false" tIns="44242" lIns="44242" bIns="44242" rIns="44242"/>
            <a:lstStyle/>
            <a:p>
              <a:pPr algn="ctr">
                <a:lnSpc>
                  <a:spcPts val="2037"/>
                </a:lnSpc>
              </a:pP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2612181" y="7668857"/>
            <a:ext cx="89951" cy="216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73"/>
              </a:lnSpc>
            </a:pPr>
            <a:r>
              <a:rPr lang="en-US" sz="12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2897498" y="7668857"/>
            <a:ext cx="89951" cy="216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73"/>
              </a:lnSpc>
            </a:pPr>
            <a:r>
              <a:rPr lang="en-US" sz="12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1847435" y="7657943"/>
            <a:ext cx="556864" cy="268023"/>
            <a:chOff x="0" y="0"/>
            <a:chExt cx="168405" cy="8105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68405" cy="81055"/>
            </a:xfrm>
            <a:custGeom>
              <a:avLst/>
              <a:gdLst/>
              <a:ahLst/>
              <a:cxnLst/>
              <a:rect r="r" b="b" t="t" l="l"/>
              <a:pathLst>
                <a:path h="81055" w="168405">
                  <a:moveTo>
                    <a:pt x="0" y="0"/>
                  </a:moveTo>
                  <a:lnTo>
                    <a:pt x="168405" y="0"/>
                  </a:lnTo>
                  <a:lnTo>
                    <a:pt x="168405" y="81055"/>
                  </a:lnTo>
                  <a:lnTo>
                    <a:pt x="0" y="81055"/>
                  </a:lnTo>
                  <a:close/>
                </a:path>
              </a:pathLst>
            </a:custGeom>
            <a:solidFill>
              <a:srgbClr val="E8440B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168405" cy="119155"/>
            </a:xfrm>
            <a:prstGeom prst="rect">
              <a:avLst/>
            </a:prstGeom>
          </p:spPr>
          <p:txBody>
            <a:bodyPr anchor="ctr" rtlCol="false" tIns="44242" lIns="44242" bIns="44242" rIns="44242"/>
            <a:lstStyle/>
            <a:p>
              <a:pPr algn="ctr">
                <a:lnSpc>
                  <a:spcPts val="2037"/>
                </a:lnSpc>
              </a:pP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1938319" y="7668857"/>
            <a:ext cx="89951" cy="216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73"/>
              </a:lnSpc>
            </a:pPr>
            <a:r>
              <a:rPr lang="en-US" sz="12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2223636" y="7668857"/>
            <a:ext cx="89951" cy="216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73"/>
              </a:lnSpc>
            </a:pPr>
            <a:r>
              <a:rPr lang="en-US" sz="12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1173573" y="7657943"/>
            <a:ext cx="556864" cy="268023"/>
            <a:chOff x="0" y="0"/>
            <a:chExt cx="168405" cy="81055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68405" cy="81055"/>
            </a:xfrm>
            <a:custGeom>
              <a:avLst/>
              <a:gdLst/>
              <a:ahLst/>
              <a:cxnLst/>
              <a:rect r="r" b="b" t="t" l="l"/>
              <a:pathLst>
                <a:path h="81055" w="168405">
                  <a:moveTo>
                    <a:pt x="0" y="0"/>
                  </a:moveTo>
                  <a:lnTo>
                    <a:pt x="168405" y="0"/>
                  </a:lnTo>
                  <a:lnTo>
                    <a:pt x="168405" y="81055"/>
                  </a:lnTo>
                  <a:lnTo>
                    <a:pt x="0" y="81055"/>
                  </a:lnTo>
                  <a:close/>
                </a:path>
              </a:pathLst>
            </a:custGeom>
            <a:solidFill>
              <a:srgbClr val="E8440B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68405" cy="119155"/>
            </a:xfrm>
            <a:prstGeom prst="rect">
              <a:avLst/>
            </a:prstGeom>
          </p:spPr>
          <p:txBody>
            <a:bodyPr anchor="ctr" rtlCol="false" tIns="44242" lIns="44242" bIns="44242" rIns="44242"/>
            <a:lstStyle/>
            <a:p>
              <a:pPr algn="ctr">
                <a:lnSpc>
                  <a:spcPts val="2037"/>
                </a:lnSpc>
              </a:pP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1264456" y="7668857"/>
            <a:ext cx="89951" cy="216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73"/>
              </a:lnSpc>
            </a:pPr>
            <a:r>
              <a:rPr lang="en-US" sz="12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549774" y="7668857"/>
            <a:ext cx="89951" cy="216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73"/>
              </a:lnSpc>
            </a:pPr>
            <a:r>
              <a:rPr lang="en-US" sz="12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4911171" y="8358767"/>
            <a:ext cx="585047" cy="281588"/>
            <a:chOff x="0" y="0"/>
            <a:chExt cx="168405" cy="81055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68405" cy="81055"/>
            </a:xfrm>
            <a:custGeom>
              <a:avLst/>
              <a:gdLst/>
              <a:ahLst/>
              <a:cxnLst/>
              <a:rect r="r" b="b" t="t" l="l"/>
              <a:pathLst>
                <a:path h="81055" w="168405">
                  <a:moveTo>
                    <a:pt x="0" y="0"/>
                  </a:moveTo>
                  <a:lnTo>
                    <a:pt x="168405" y="0"/>
                  </a:lnTo>
                  <a:lnTo>
                    <a:pt x="168405" y="81055"/>
                  </a:lnTo>
                  <a:lnTo>
                    <a:pt x="0" y="81055"/>
                  </a:lnTo>
                  <a:close/>
                </a:path>
              </a:pathLst>
            </a:custGeom>
            <a:solidFill>
              <a:srgbClr val="E8440B"/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168405" cy="119155"/>
            </a:xfrm>
            <a:prstGeom prst="rect">
              <a:avLst/>
            </a:prstGeom>
          </p:spPr>
          <p:txBody>
            <a:bodyPr anchor="ctr" rtlCol="false" tIns="46481" lIns="46481" bIns="46481" rIns="46481"/>
            <a:lstStyle/>
            <a:p>
              <a:pPr algn="ctr">
                <a:lnSpc>
                  <a:spcPts val="2037"/>
                </a:lnSpc>
              </a:pP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5006654" y="8362154"/>
            <a:ext cx="94503" cy="23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3"/>
              </a:lnSpc>
            </a:pPr>
            <a:r>
              <a:rPr lang="en-US" sz="13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5306411" y="8362154"/>
            <a:ext cx="94503" cy="23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3"/>
              </a:lnSpc>
            </a:pPr>
            <a:r>
              <a:rPr lang="en-US" sz="13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4334839" y="8358767"/>
            <a:ext cx="585047" cy="281588"/>
            <a:chOff x="0" y="0"/>
            <a:chExt cx="168405" cy="81055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68405" cy="81055"/>
            </a:xfrm>
            <a:custGeom>
              <a:avLst/>
              <a:gdLst/>
              <a:ahLst/>
              <a:cxnLst/>
              <a:rect r="r" b="b" t="t" l="l"/>
              <a:pathLst>
                <a:path h="81055" w="168405">
                  <a:moveTo>
                    <a:pt x="0" y="0"/>
                  </a:moveTo>
                  <a:lnTo>
                    <a:pt x="168405" y="0"/>
                  </a:lnTo>
                  <a:lnTo>
                    <a:pt x="168405" y="81055"/>
                  </a:lnTo>
                  <a:lnTo>
                    <a:pt x="0" y="81055"/>
                  </a:lnTo>
                  <a:close/>
                </a:path>
              </a:pathLst>
            </a:custGeom>
            <a:solidFill>
              <a:srgbClr val="E8440B"/>
            </a:solid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168405" cy="119155"/>
            </a:xfrm>
            <a:prstGeom prst="rect">
              <a:avLst/>
            </a:prstGeom>
          </p:spPr>
          <p:txBody>
            <a:bodyPr anchor="ctr" rtlCol="false" tIns="46481" lIns="46481" bIns="46481" rIns="46481"/>
            <a:lstStyle/>
            <a:p>
              <a:pPr algn="ctr">
                <a:lnSpc>
                  <a:spcPts val="2037"/>
                </a:lnSpc>
              </a:pPr>
            </a:p>
          </p:txBody>
        </p:sp>
      </p:grpSp>
      <p:sp>
        <p:nvSpPr>
          <p:cNvPr name="TextBox 81" id="81"/>
          <p:cNvSpPr txBox="true"/>
          <p:nvPr/>
        </p:nvSpPr>
        <p:spPr>
          <a:xfrm rot="0">
            <a:off x="4430323" y="8362154"/>
            <a:ext cx="94503" cy="23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3"/>
              </a:lnSpc>
            </a:pPr>
            <a:r>
              <a:rPr lang="en-US" sz="13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4730079" y="8362154"/>
            <a:ext cx="94503" cy="23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3"/>
              </a:lnSpc>
            </a:pPr>
            <a:r>
              <a:rPr lang="en-US" sz="13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3632795" y="8358767"/>
            <a:ext cx="585047" cy="281588"/>
            <a:chOff x="0" y="0"/>
            <a:chExt cx="168405" cy="81055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68405" cy="81055"/>
            </a:xfrm>
            <a:custGeom>
              <a:avLst/>
              <a:gdLst/>
              <a:ahLst/>
              <a:cxnLst/>
              <a:rect r="r" b="b" t="t" l="l"/>
              <a:pathLst>
                <a:path h="81055" w="168405">
                  <a:moveTo>
                    <a:pt x="0" y="0"/>
                  </a:moveTo>
                  <a:lnTo>
                    <a:pt x="168405" y="0"/>
                  </a:lnTo>
                  <a:lnTo>
                    <a:pt x="168405" y="81055"/>
                  </a:lnTo>
                  <a:lnTo>
                    <a:pt x="0" y="81055"/>
                  </a:lnTo>
                  <a:close/>
                </a:path>
              </a:pathLst>
            </a:custGeom>
            <a:solidFill>
              <a:srgbClr val="E8440B"/>
            </a:solid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168405" cy="119155"/>
            </a:xfrm>
            <a:prstGeom prst="rect">
              <a:avLst/>
            </a:prstGeom>
          </p:spPr>
          <p:txBody>
            <a:bodyPr anchor="ctr" rtlCol="false" tIns="46481" lIns="46481" bIns="46481" rIns="46481"/>
            <a:lstStyle/>
            <a:p>
              <a:pPr algn="ctr">
                <a:lnSpc>
                  <a:spcPts val="2037"/>
                </a:lnSpc>
              </a:pPr>
            </a:p>
          </p:txBody>
        </p:sp>
      </p:grpSp>
      <p:sp>
        <p:nvSpPr>
          <p:cNvPr name="TextBox 86" id="86"/>
          <p:cNvSpPr txBox="true"/>
          <p:nvPr/>
        </p:nvSpPr>
        <p:spPr>
          <a:xfrm rot="0">
            <a:off x="3728278" y="8362154"/>
            <a:ext cx="94503" cy="23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3"/>
              </a:lnSpc>
            </a:pPr>
            <a:r>
              <a:rPr lang="en-US" sz="13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4028035" y="8362154"/>
            <a:ext cx="94503" cy="23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3"/>
              </a:lnSpc>
            </a:pPr>
            <a:r>
              <a:rPr lang="en-US" sz="13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</a:p>
        </p:txBody>
      </p:sp>
      <p:grpSp>
        <p:nvGrpSpPr>
          <p:cNvPr name="Group 88" id="88"/>
          <p:cNvGrpSpPr/>
          <p:nvPr/>
        </p:nvGrpSpPr>
        <p:grpSpPr>
          <a:xfrm rot="0">
            <a:off x="3056463" y="8358767"/>
            <a:ext cx="585047" cy="281588"/>
            <a:chOff x="0" y="0"/>
            <a:chExt cx="168405" cy="81055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68405" cy="81055"/>
            </a:xfrm>
            <a:custGeom>
              <a:avLst/>
              <a:gdLst/>
              <a:ahLst/>
              <a:cxnLst/>
              <a:rect r="r" b="b" t="t" l="l"/>
              <a:pathLst>
                <a:path h="81055" w="168405">
                  <a:moveTo>
                    <a:pt x="0" y="0"/>
                  </a:moveTo>
                  <a:lnTo>
                    <a:pt x="168405" y="0"/>
                  </a:lnTo>
                  <a:lnTo>
                    <a:pt x="168405" y="81055"/>
                  </a:lnTo>
                  <a:lnTo>
                    <a:pt x="0" y="81055"/>
                  </a:lnTo>
                  <a:close/>
                </a:path>
              </a:pathLst>
            </a:custGeom>
            <a:solidFill>
              <a:srgbClr val="E8440B"/>
            </a:solid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168405" cy="119155"/>
            </a:xfrm>
            <a:prstGeom prst="rect">
              <a:avLst/>
            </a:prstGeom>
          </p:spPr>
          <p:txBody>
            <a:bodyPr anchor="ctr" rtlCol="false" tIns="46481" lIns="46481" bIns="46481" rIns="46481"/>
            <a:lstStyle/>
            <a:p>
              <a:pPr algn="ctr">
                <a:lnSpc>
                  <a:spcPts val="2037"/>
                </a:lnSpc>
              </a:pPr>
            </a:p>
          </p:txBody>
        </p:sp>
      </p:grpSp>
      <p:sp>
        <p:nvSpPr>
          <p:cNvPr name="TextBox 91" id="91"/>
          <p:cNvSpPr txBox="true"/>
          <p:nvPr/>
        </p:nvSpPr>
        <p:spPr>
          <a:xfrm rot="0">
            <a:off x="3151946" y="8362154"/>
            <a:ext cx="94503" cy="23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3"/>
              </a:lnSpc>
            </a:pPr>
            <a:r>
              <a:rPr lang="en-US" sz="13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3451703" y="8362154"/>
            <a:ext cx="94503" cy="23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3"/>
              </a:lnSpc>
            </a:pPr>
            <a:r>
              <a:rPr lang="en-US" sz="13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</a:p>
        </p:txBody>
      </p:sp>
      <p:grpSp>
        <p:nvGrpSpPr>
          <p:cNvPr name="Group 93" id="93"/>
          <p:cNvGrpSpPr/>
          <p:nvPr/>
        </p:nvGrpSpPr>
        <p:grpSpPr>
          <a:xfrm rot="0">
            <a:off x="2354418" y="8358767"/>
            <a:ext cx="585047" cy="281588"/>
            <a:chOff x="0" y="0"/>
            <a:chExt cx="168405" cy="81055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68405" cy="81055"/>
            </a:xfrm>
            <a:custGeom>
              <a:avLst/>
              <a:gdLst/>
              <a:ahLst/>
              <a:cxnLst/>
              <a:rect r="r" b="b" t="t" l="l"/>
              <a:pathLst>
                <a:path h="81055" w="168405">
                  <a:moveTo>
                    <a:pt x="0" y="0"/>
                  </a:moveTo>
                  <a:lnTo>
                    <a:pt x="168405" y="0"/>
                  </a:lnTo>
                  <a:lnTo>
                    <a:pt x="168405" y="81055"/>
                  </a:lnTo>
                  <a:lnTo>
                    <a:pt x="0" y="81055"/>
                  </a:lnTo>
                  <a:close/>
                </a:path>
              </a:pathLst>
            </a:custGeom>
            <a:solidFill>
              <a:srgbClr val="E8440B"/>
            </a:solid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168405" cy="119155"/>
            </a:xfrm>
            <a:prstGeom prst="rect">
              <a:avLst/>
            </a:prstGeom>
          </p:spPr>
          <p:txBody>
            <a:bodyPr anchor="ctr" rtlCol="false" tIns="46481" lIns="46481" bIns="46481" rIns="46481"/>
            <a:lstStyle/>
            <a:p>
              <a:pPr algn="ctr">
                <a:lnSpc>
                  <a:spcPts val="2037"/>
                </a:lnSpc>
              </a:pPr>
            </a:p>
          </p:txBody>
        </p:sp>
      </p:grpSp>
      <p:sp>
        <p:nvSpPr>
          <p:cNvPr name="TextBox 96" id="96"/>
          <p:cNvSpPr txBox="true"/>
          <p:nvPr/>
        </p:nvSpPr>
        <p:spPr>
          <a:xfrm rot="0">
            <a:off x="2449902" y="8362154"/>
            <a:ext cx="94503" cy="23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3"/>
              </a:lnSpc>
            </a:pPr>
            <a:r>
              <a:rPr lang="en-US" sz="13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2749658" y="8362154"/>
            <a:ext cx="94503" cy="23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3"/>
              </a:lnSpc>
            </a:pPr>
            <a:r>
              <a:rPr lang="en-US" sz="13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</a:p>
        </p:txBody>
      </p:sp>
      <p:grpSp>
        <p:nvGrpSpPr>
          <p:cNvPr name="Group 98" id="98"/>
          <p:cNvGrpSpPr/>
          <p:nvPr/>
        </p:nvGrpSpPr>
        <p:grpSpPr>
          <a:xfrm rot="0">
            <a:off x="1778087" y="8358767"/>
            <a:ext cx="585047" cy="281588"/>
            <a:chOff x="0" y="0"/>
            <a:chExt cx="168405" cy="81055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68405" cy="81055"/>
            </a:xfrm>
            <a:custGeom>
              <a:avLst/>
              <a:gdLst/>
              <a:ahLst/>
              <a:cxnLst/>
              <a:rect r="r" b="b" t="t" l="l"/>
              <a:pathLst>
                <a:path h="81055" w="168405">
                  <a:moveTo>
                    <a:pt x="0" y="0"/>
                  </a:moveTo>
                  <a:lnTo>
                    <a:pt x="168405" y="0"/>
                  </a:lnTo>
                  <a:lnTo>
                    <a:pt x="168405" y="81055"/>
                  </a:lnTo>
                  <a:lnTo>
                    <a:pt x="0" y="81055"/>
                  </a:lnTo>
                  <a:close/>
                </a:path>
              </a:pathLst>
            </a:custGeom>
            <a:solidFill>
              <a:srgbClr val="E8440B"/>
            </a:solid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168405" cy="119155"/>
            </a:xfrm>
            <a:prstGeom prst="rect">
              <a:avLst/>
            </a:prstGeom>
          </p:spPr>
          <p:txBody>
            <a:bodyPr anchor="ctr" rtlCol="false" tIns="46481" lIns="46481" bIns="46481" rIns="46481"/>
            <a:lstStyle/>
            <a:p>
              <a:pPr algn="ctr">
                <a:lnSpc>
                  <a:spcPts val="2037"/>
                </a:lnSpc>
              </a:pPr>
            </a:p>
          </p:txBody>
        </p:sp>
      </p:grpSp>
      <p:sp>
        <p:nvSpPr>
          <p:cNvPr name="TextBox 101" id="101"/>
          <p:cNvSpPr txBox="true"/>
          <p:nvPr/>
        </p:nvSpPr>
        <p:spPr>
          <a:xfrm rot="0">
            <a:off x="1873570" y="8362154"/>
            <a:ext cx="94503" cy="23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3"/>
              </a:lnSpc>
            </a:pPr>
            <a:r>
              <a:rPr lang="en-US" sz="13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2173327" y="8362154"/>
            <a:ext cx="94503" cy="23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3"/>
              </a:lnSpc>
            </a:pPr>
            <a:r>
              <a:rPr lang="en-US" sz="13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</a:p>
        </p:txBody>
      </p:sp>
      <p:grpSp>
        <p:nvGrpSpPr>
          <p:cNvPr name="Group 103" id="103"/>
          <p:cNvGrpSpPr/>
          <p:nvPr/>
        </p:nvGrpSpPr>
        <p:grpSpPr>
          <a:xfrm rot="0">
            <a:off x="2358776" y="9065256"/>
            <a:ext cx="1737512" cy="278654"/>
            <a:chOff x="0" y="0"/>
            <a:chExt cx="505406" cy="81055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505406" cy="81055"/>
            </a:xfrm>
            <a:custGeom>
              <a:avLst/>
              <a:gdLst/>
              <a:ahLst/>
              <a:cxnLst/>
              <a:rect r="r" b="b" t="t" l="l"/>
              <a:pathLst>
                <a:path h="81055" w="505406">
                  <a:moveTo>
                    <a:pt x="0" y="0"/>
                  </a:moveTo>
                  <a:lnTo>
                    <a:pt x="505406" y="0"/>
                  </a:lnTo>
                  <a:lnTo>
                    <a:pt x="505406" y="81055"/>
                  </a:lnTo>
                  <a:lnTo>
                    <a:pt x="0" y="81055"/>
                  </a:lnTo>
                  <a:close/>
                </a:path>
              </a:pathLst>
            </a:custGeom>
            <a:solidFill>
              <a:srgbClr val="E8440B"/>
            </a:solid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505406" cy="119155"/>
            </a:xfrm>
            <a:prstGeom prst="rect">
              <a:avLst/>
            </a:prstGeom>
          </p:spPr>
          <p:txBody>
            <a:bodyPr anchor="ctr" rtlCol="false" tIns="45996" lIns="45996" bIns="45996" rIns="45996"/>
            <a:lstStyle/>
            <a:p>
              <a:pPr algn="ctr">
                <a:lnSpc>
                  <a:spcPts val="2037"/>
                </a:lnSpc>
              </a:pPr>
            </a:p>
          </p:txBody>
        </p:sp>
      </p:grpSp>
      <p:sp>
        <p:nvSpPr>
          <p:cNvPr name="TextBox 106" id="106"/>
          <p:cNvSpPr txBox="true"/>
          <p:nvPr/>
        </p:nvSpPr>
        <p:spPr>
          <a:xfrm rot="0">
            <a:off x="2453264" y="9068211"/>
            <a:ext cx="93519" cy="23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3"/>
              </a:lnSpc>
            </a:pPr>
            <a:r>
              <a:rPr lang="en-US" sz="131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2749898" y="9068211"/>
            <a:ext cx="93519" cy="23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3"/>
              </a:lnSpc>
            </a:pPr>
            <a:r>
              <a:rPr lang="en-US" sz="131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3032216" y="9068211"/>
            <a:ext cx="93519" cy="23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3"/>
              </a:lnSpc>
            </a:pPr>
            <a:r>
              <a:rPr lang="en-US" sz="131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3328850" y="9068211"/>
            <a:ext cx="93519" cy="23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3"/>
              </a:lnSpc>
            </a:pPr>
            <a:r>
              <a:rPr lang="en-US" sz="131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3611167" y="9068211"/>
            <a:ext cx="93519" cy="23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3"/>
              </a:lnSpc>
            </a:pPr>
            <a:r>
              <a:rPr lang="en-US" sz="131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3907801" y="9068211"/>
            <a:ext cx="93519" cy="23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3"/>
              </a:lnSpc>
            </a:pPr>
            <a:r>
              <a:rPr lang="en-US" sz="131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499710" y="6687360"/>
            <a:ext cx="6515618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Diese Bausteine dürft ihr für die Aufgabe nutzen: 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30172" y="3016004"/>
            <a:ext cx="55424" cy="128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7"/>
              </a:lnSpc>
            </a:pPr>
            <a:r>
              <a:rPr lang="en-US" sz="733" spc="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499710" y="545181"/>
            <a:ext cx="3628231" cy="701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Der Schaltplan</a:t>
            </a:r>
          </a:p>
        </p:txBody>
      </p:sp>
      <p:grpSp>
        <p:nvGrpSpPr>
          <p:cNvPr name="Group 115" id="115"/>
          <p:cNvGrpSpPr/>
          <p:nvPr/>
        </p:nvGrpSpPr>
        <p:grpSpPr>
          <a:xfrm rot="0">
            <a:off x="191616" y="2325769"/>
            <a:ext cx="7176768" cy="3627284"/>
            <a:chOff x="0" y="0"/>
            <a:chExt cx="9569024" cy="4836379"/>
          </a:xfrm>
        </p:grpSpPr>
        <p:grpSp>
          <p:nvGrpSpPr>
            <p:cNvPr name="Group 116" id="116"/>
            <p:cNvGrpSpPr/>
            <p:nvPr/>
          </p:nvGrpSpPr>
          <p:grpSpPr>
            <a:xfrm rot="0">
              <a:off x="1181643" y="250033"/>
              <a:ext cx="7843153" cy="4422152"/>
              <a:chOff x="0" y="0"/>
              <a:chExt cx="2022960" cy="1140592"/>
            </a:xfrm>
          </p:grpSpPr>
          <p:sp>
            <p:nvSpPr>
              <p:cNvPr name="Freeform 117" id="117"/>
              <p:cNvSpPr/>
              <p:nvPr/>
            </p:nvSpPr>
            <p:spPr>
              <a:xfrm flipH="false" flipV="false" rot="0">
                <a:off x="0" y="0"/>
                <a:ext cx="2022960" cy="1140592"/>
              </a:xfrm>
              <a:custGeom>
                <a:avLst/>
                <a:gdLst/>
                <a:ahLst/>
                <a:cxnLst/>
                <a:rect r="r" b="b" t="t" l="l"/>
                <a:pathLst>
                  <a:path h="1140592" w="2022960">
                    <a:moveTo>
                      <a:pt x="0" y="0"/>
                    </a:moveTo>
                    <a:lnTo>
                      <a:pt x="2022960" y="0"/>
                    </a:lnTo>
                    <a:lnTo>
                      <a:pt x="2022960" y="1140592"/>
                    </a:lnTo>
                    <a:lnTo>
                      <a:pt x="0" y="114059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8" id="118"/>
              <p:cNvSpPr txBox="true"/>
              <p:nvPr/>
            </p:nvSpPr>
            <p:spPr>
              <a:xfrm>
                <a:off x="0" y="-38100"/>
                <a:ext cx="2022960" cy="11786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119" id="119"/>
            <p:cNvGrpSpPr/>
            <p:nvPr/>
          </p:nvGrpSpPr>
          <p:grpSpPr>
            <a:xfrm rot="0">
              <a:off x="1224885" y="1396397"/>
              <a:ext cx="355794" cy="2858912"/>
              <a:chOff x="0" y="0"/>
              <a:chExt cx="51877" cy="416845"/>
            </a:xfrm>
          </p:grpSpPr>
          <p:sp>
            <p:nvSpPr>
              <p:cNvPr name="Freeform 120" id="120"/>
              <p:cNvSpPr/>
              <p:nvPr/>
            </p:nvSpPr>
            <p:spPr>
              <a:xfrm flipH="false" flipV="false" rot="0">
                <a:off x="0" y="0"/>
                <a:ext cx="51877" cy="416845"/>
              </a:xfrm>
              <a:custGeom>
                <a:avLst/>
                <a:gdLst/>
                <a:ahLst/>
                <a:cxnLst/>
                <a:rect r="r" b="b" t="t" l="l"/>
                <a:pathLst>
                  <a:path h="416845" w="51877">
                    <a:moveTo>
                      <a:pt x="0" y="0"/>
                    </a:moveTo>
                    <a:lnTo>
                      <a:pt x="51877" y="0"/>
                    </a:lnTo>
                    <a:lnTo>
                      <a:pt x="51877" y="416845"/>
                    </a:lnTo>
                    <a:lnTo>
                      <a:pt x="0" y="41684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21" id="121"/>
              <p:cNvSpPr txBox="true"/>
              <p:nvPr/>
            </p:nvSpPr>
            <p:spPr>
              <a:xfrm>
                <a:off x="0" y="-38100"/>
                <a:ext cx="51877" cy="454945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122" id="122"/>
            <p:cNvGrpSpPr/>
            <p:nvPr/>
          </p:nvGrpSpPr>
          <p:grpSpPr>
            <a:xfrm rot="5400000">
              <a:off x="2265040" y="3129249"/>
              <a:ext cx="355794" cy="2436105"/>
              <a:chOff x="0" y="0"/>
              <a:chExt cx="51877" cy="355197"/>
            </a:xfrm>
          </p:grpSpPr>
          <p:sp>
            <p:nvSpPr>
              <p:cNvPr name="Freeform 123" id="123"/>
              <p:cNvSpPr/>
              <p:nvPr/>
            </p:nvSpPr>
            <p:spPr>
              <a:xfrm flipH="false" flipV="false" rot="0">
                <a:off x="0" y="0"/>
                <a:ext cx="51877" cy="355197"/>
              </a:xfrm>
              <a:custGeom>
                <a:avLst/>
                <a:gdLst/>
                <a:ahLst/>
                <a:cxnLst/>
                <a:rect r="r" b="b" t="t" l="l"/>
                <a:pathLst>
                  <a:path h="355197" w="51877">
                    <a:moveTo>
                      <a:pt x="0" y="0"/>
                    </a:moveTo>
                    <a:lnTo>
                      <a:pt x="51877" y="0"/>
                    </a:lnTo>
                    <a:lnTo>
                      <a:pt x="51877" y="355197"/>
                    </a:lnTo>
                    <a:lnTo>
                      <a:pt x="0" y="35519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24" id="124"/>
              <p:cNvSpPr txBox="true"/>
              <p:nvPr/>
            </p:nvSpPr>
            <p:spPr>
              <a:xfrm>
                <a:off x="0" y="-38100"/>
                <a:ext cx="51877" cy="393297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sp>
          <p:nvSpPr>
            <p:cNvPr name="Freeform 125" id="125"/>
            <p:cNvSpPr/>
            <p:nvPr/>
          </p:nvSpPr>
          <p:spPr>
            <a:xfrm flipH="false" flipV="false" rot="0">
              <a:off x="893039" y="4507993"/>
              <a:ext cx="4507993" cy="323939"/>
            </a:xfrm>
            <a:custGeom>
              <a:avLst/>
              <a:gdLst/>
              <a:ahLst/>
              <a:cxnLst/>
              <a:rect r="r" b="b" t="t" l="l"/>
              <a:pathLst>
                <a:path h="323939" w="4507993">
                  <a:moveTo>
                    <a:pt x="0" y="0"/>
                  </a:moveTo>
                  <a:lnTo>
                    <a:pt x="4507993" y="0"/>
                  </a:lnTo>
                  <a:lnTo>
                    <a:pt x="4507993" y="323939"/>
                  </a:lnTo>
                  <a:lnTo>
                    <a:pt x="0" y="323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1291617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Freeform 126" id="126"/>
            <p:cNvSpPr/>
            <p:nvPr/>
          </p:nvSpPr>
          <p:spPr>
            <a:xfrm flipH="false" flipV="false" rot="0">
              <a:off x="5366621" y="4507993"/>
              <a:ext cx="3827993" cy="328386"/>
            </a:xfrm>
            <a:custGeom>
              <a:avLst/>
              <a:gdLst/>
              <a:ahLst/>
              <a:cxnLst/>
              <a:rect r="r" b="b" t="t" l="l"/>
              <a:pathLst>
                <a:path h="328386" w="3827993">
                  <a:moveTo>
                    <a:pt x="0" y="0"/>
                  </a:moveTo>
                  <a:lnTo>
                    <a:pt x="3827993" y="0"/>
                  </a:lnTo>
                  <a:lnTo>
                    <a:pt x="3827993" y="328386"/>
                  </a:lnTo>
                  <a:lnTo>
                    <a:pt x="0" y="328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-17763" b="-1272772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  <p:grpSp>
          <p:nvGrpSpPr>
            <p:cNvPr name="Group 127" id="127"/>
            <p:cNvGrpSpPr/>
            <p:nvPr/>
          </p:nvGrpSpPr>
          <p:grpSpPr>
            <a:xfrm rot="0">
              <a:off x="9199322" y="0"/>
              <a:ext cx="352497" cy="4814726"/>
              <a:chOff x="0" y="0"/>
              <a:chExt cx="51396" cy="702013"/>
            </a:xfrm>
          </p:grpSpPr>
          <p:sp>
            <p:nvSpPr>
              <p:cNvPr name="Freeform 128" id="128"/>
              <p:cNvSpPr/>
              <p:nvPr/>
            </p:nvSpPr>
            <p:spPr>
              <a:xfrm flipH="false" flipV="false" rot="0">
                <a:off x="0" y="0"/>
                <a:ext cx="51396" cy="702013"/>
              </a:xfrm>
              <a:custGeom>
                <a:avLst/>
                <a:gdLst/>
                <a:ahLst/>
                <a:cxnLst/>
                <a:rect r="r" b="b" t="t" l="l"/>
                <a:pathLst>
                  <a:path h="702013" w="51396">
                    <a:moveTo>
                      <a:pt x="0" y="0"/>
                    </a:moveTo>
                    <a:lnTo>
                      <a:pt x="51396" y="0"/>
                    </a:lnTo>
                    <a:lnTo>
                      <a:pt x="51396" y="702013"/>
                    </a:lnTo>
                    <a:lnTo>
                      <a:pt x="0" y="702013"/>
                    </a:lnTo>
                    <a:close/>
                  </a:path>
                </a:pathLst>
              </a:custGeom>
              <a:solidFill>
                <a:srgbClr val="F6F6F1"/>
              </a:solidFill>
            </p:spPr>
          </p:sp>
          <p:sp>
            <p:nvSpPr>
              <p:cNvPr name="TextBox 129" id="129"/>
              <p:cNvSpPr txBox="true"/>
              <p:nvPr/>
            </p:nvSpPr>
            <p:spPr>
              <a:xfrm>
                <a:off x="0" y="-38100"/>
                <a:ext cx="51396" cy="740113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130" id="130"/>
            <p:cNvGrpSpPr/>
            <p:nvPr/>
          </p:nvGrpSpPr>
          <p:grpSpPr>
            <a:xfrm rot="5400000">
              <a:off x="2090274" y="886802"/>
              <a:ext cx="355794" cy="1374984"/>
              <a:chOff x="0" y="0"/>
              <a:chExt cx="51877" cy="200480"/>
            </a:xfrm>
          </p:grpSpPr>
          <p:sp>
            <p:nvSpPr>
              <p:cNvPr name="Freeform 131" id="131"/>
              <p:cNvSpPr/>
              <p:nvPr/>
            </p:nvSpPr>
            <p:spPr>
              <a:xfrm flipH="false" flipV="false" rot="0">
                <a:off x="0" y="0"/>
                <a:ext cx="51877" cy="200480"/>
              </a:xfrm>
              <a:custGeom>
                <a:avLst/>
                <a:gdLst/>
                <a:ahLst/>
                <a:cxnLst/>
                <a:rect r="r" b="b" t="t" l="l"/>
                <a:pathLst>
                  <a:path h="200480" w="51877">
                    <a:moveTo>
                      <a:pt x="0" y="0"/>
                    </a:moveTo>
                    <a:lnTo>
                      <a:pt x="51877" y="0"/>
                    </a:lnTo>
                    <a:lnTo>
                      <a:pt x="51877" y="200480"/>
                    </a:lnTo>
                    <a:lnTo>
                      <a:pt x="0" y="2004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32" id="132"/>
              <p:cNvSpPr txBox="true"/>
              <p:nvPr/>
            </p:nvSpPr>
            <p:spPr>
              <a:xfrm>
                <a:off x="0" y="-38100"/>
                <a:ext cx="51877" cy="238580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133" id="133"/>
            <p:cNvGrpSpPr/>
            <p:nvPr/>
          </p:nvGrpSpPr>
          <p:grpSpPr>
            <a:xfrm rot="0">
              <a:off x="2628759" y="347155"/>
              <a:ext cx="355794" cy="1387831"/>
              <a:chOff x="0" y="0"/>
              <a:chExt cx="51877" cy="202353"/>
            </a:xfrm>
          </p:grpSpPr>
          <p:sp>
            <p:nvSpPr>
              <p:cNvPr name="Freeform 134" id="134"/>
              <p:cNvSpPr/>
              <p:nvPr/>
            </p:nvSpPr>
            <p:spPr>
              <a:xfrm flipH="false" flipV="false" rot="0">
                <a:off x="0" y="0"/>
                <a:ext cx="51877" cy="202353"/>
              </a:xfrm>
              <a:custGeom>
                <a:avLst/>
                <a:gdLst/>
                <a:ahLst/>
                <a:cxnLst/>
                <a:rect r="r" b="b" t="t" l="l"/>
                <a:pathLst>
                  <a:path h="202353" w="51877">
                    <a:moveTo>
                      <a:pt x="0" y="0"/>
                    </a:moveTo>
                    <a:lnTo>
                      <a:pt x="51877" y="0"/>
                    </a:lnTo>
                    <a:lnTo>
                      <a:pt x="51877" y="202353"/>
                    </a:lnTo>
                    <a:lnTo>
                      <a:pt x="0" y="20235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35" id="135"/>
              <p:cNvSpPr txBox="true"/>
              <p:nvPr/>
            </p:nvSpPr>
            <p:spPr>
              <a:xfrm>
                <a:off x="0" y="-38100"/>
                <a:ext cx="51877" cy="240453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136" id="136"/>
            <p:cNvGrpSpPr/>
            <p:nvPr/>
          </p:nvGrpSpPr>
          <p:grpSpPr>
            <a:xfrm rot="-5400000">
              <a:off x="3477261" y="-166308"/>
              <a:ext cx="355794" cy="1398991"/>
              <a:chOff x="0" y="0"/>
              <a:chExt cx="51877" cy="203980"/>
            </a:xfrm>
          </p:grpSpPr>
          <p:sp>
            <p:nvSpPr>
              <p:cNvPr name="Freeform 137" id="137"/>
              <p:cNvSpPr/>
              <p:nvPr/>
            </p:nvSpPr>
            <p:spPr>
              <a:xfrm flipH="false" flipV="false" rot="0">
                <a:off x="0" y="0"/>
                <a:ext cx="51877" cy="203980"/>
              </a:xfrm>
              <a:custGeom>
                <a:avLst/>
                <a:gdLst/>
                <a:ahLst/>
                <a:cxnLst/>
                <a:rect r="r" b="b" t="t" l="l"/>
                <a:pathLst>
                  <a:path h="203980" w="51877">
                    <a:moveTo>
                      <a:pt x="0" y="0"/>
                    </a:moveTo>
                    <a:lnTo>
                      <a:pt x="51877" y="0"/>
                    </a:lnTo>
                    <a:lnTo>
                      <a:pt x="51877" y="203980"/>
                    </a:lnTo>
                    <a:lnTo>
                      <a:pt x="0" y="2039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38" id="138"/>
              <p:cNvSpPr txBox="true"/>
              <p:nvPr/>
            </p:nvSpPr>
            <p:spPr>
              <a:xfrm>
                <a:off x="0" y="-38100"/>
                <a:ext cx="51877" cy="242080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139" id="139"/>
            <p:cNvGrpSpPr/>
            <p:nvPr/>
          </p:nvGrpSpPr>
          <p:grpSpPr>
            <a:xfrm rot="5400000">
              <a:off x="4877904" y="515222"/>
              <a:ext cx="331846" cy="8301574"/>
              <a:chOff x="0" y="0"/>
              <a:chExt cx="48385" cy="1210414"/>
            </a:xfrm>
          </p:grpSpPr>
          <p:sp>
            <p:nvSpPr>
              <p:cNvPr name="Freeform 140" id="140"/>
              <p:cNvSpPr/>
              <p:nvPr/>
            </p:nvSpPr>
            <p:spPr>
              <a:xfrm flipH="false" flipV="false" rot="0">
                <a:off x="0" y="0"/>
                <a:ext cx="48385" cy="1210414"/>
              </a:xfrm>
              <a:custGeom>
                <a:avLst/>
                <a:gdLst/>
                <a:ahLst/>
                <a:cxnLst/>
                <a:rect r="r" b="b" t="t" l="l"/>
                <a:pathLst>
                  <a:path h="1210414" w="48385">
                    <a:moveTo>
                      <a:pt x="0" y="0"/>
                    </a:moveTo>
                    <a:lnTo>
                      <a:pt x="48385" y="0"/>
                    </a:lnTo>
                    <a:lnTo>
                      <a:pt x="48385" y="1210414"/>
                    </a:lnTo>
                    <a:lnTo>
                      <a:pt x="0" y="1210414"/>
                    </a:lnTo>
                    <a:close/>
                  </a:path>
                </a:pathLst>
              </a:custGeom>
              <a:solidFill>
                <a:srgbClr val="C7C1BF"/>
              </a:solidFill>
            </p:spPr>
          </p:sp>
          <p:sp>
            <p:nvSpPr>
              <p:cNvPr name="TextBox 141" id="141"/>
              <p:cNvSpPr txBox="true"/>
              <p:nvPr/>
            </p:nvSpPr>
            <p:spPr>
              <a:xfrm>
                <a:off x="0" y="-38100"/>
                <a:ext cx="48385" cy="1248514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142" id="142"/>
            <p:cNvGrpSpPr/>
            <p:nvPr/>
          </p:nvGrpSpPr>
          <p:grpSpPr>
            <a:xfrm rot="0">
              <a:off x="3998860" y="364827"/>
              <a:ext cx="355794" cy="693448"/>
              <a:chOff x="0" y="0"/>
              <a:chExt cx="51877" cy="101109"/>
            </a:xfrm>
          </p:grpSpPr>
          <p:sp>
            <p:nvSpPr>
              <p:cNvPr name="Freeform 143" id="143"/>
              <p:cNvSpPr/>
              <p:nvPr/>
            </p:nvSpPr>
            <p:spPr>
              <a:xfrm flipH="false" flipV="false" rot="0">
                <a:off x="0" y="0"/>
                <a:ext cx="51877" cy="101109"/>
              </a:xfrm>
              <a:custGeom>
                <a:avLst/>
                <a:gdLst/>
                <a:ahLst/>
                <a:cxnLst/>
                <a:rect r="r" b="b" t="t" l="l"/>
                <a:pathLst>
                  <a:path h="101109" w="51877">
                    <a:moveTo>
                      <a:pt x="0" y="0"/>
                    </a:moveTo>
                    <a:lnTo>
                      <a:pt x="51877" y="0"/>
                    </a:lnTo>
                    <a:lnTo>
                      <a:pt x="51877" y="101109"/>
                    </a:lnTo>
                    <a:lnTo>
                      <a:pt x="0" y="10110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44" id="144"/>
              <p:cNvSpPr txBox="true"/>
              <p:nvPr/>
            </p:nvSpPr>
            <p:spPr>
              <a:xfrm>
                <a:off x="0" y="-38100"/>
                <a:ext cx="51877" cy="139209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145" id="145"/>
            <p:cNvGrpSpPr/>
            <p:nvPr/>
          </p:nvGrpSpPr>
          <p:grpSpPr>
            <a:xfrm rot="5400000">
              <a:off x="4685870" y="371265"/>
              <a:ext cx="355794" cy="1729815"/>
              <a:chOff x="0" y="0"/>
              <a:chExt cx="51877" cy="252216"/>
            </a:xfrm>
          </p:grpSpPr>
          <p:sp>
            <p:nvSpPr>
              <p:cNvPr name="Freeform 146" id="146"/>
              <p:cNvSpPr/>
              <p:nvPr/>
            </p:nvSpPr>
            <p:spPr>
              <a:xfrm flipH="false" flipV="false" rot="0">
                <a:off x="0" y="0"/>
                <a:ext cx="51877" cy="252216"/>
              </a:xfrm>
              <a:custGeom>
                <a:avLst/>
                <a:gdLst/>
                <a:ahLst/>
                <a:cxnLst/>
                <a:rect r="r" b="b" t="t" l="l"/>
                <a:pathLst>
                  <a:path h="252216" w="51877">
                    <a:moveTo>
                      <a:pt x="0" y="0"/>
                    </a:moveTo>
                    <a:lnTo>
                      <a:pt x="51877" y="0"/>
                    </a:lnTo>
                    <a:lnTo>
                      <a:pt x="51877" y="252216"/>
                    </a:lnTo>
                    <a:lnTo>
                      <a:pt x="0" y="25221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47" id="147"/>
              <p:cNvSpPr txBox="true"/>
              <p:nvPr/>
            </p:nvSpPr>
            <p:spPr>
              <a:xfrm>
                <a:off x="0" y="-38100"/>
                <a:ext cx="51877" cy="290316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148" id="148"/>
            <p:cNvGrpSpPr/>
            <p:nvPr/>
          </p:nvGrpSpPr>
          <p:grpSpPr>
            <a:xfrm rot="0">
              <a:off x="4710447" y="1405467"/>
              <a:ext cx="355794" cy="693448"/>
              <a:chOff x="0" y="0"/>
              <a:chExt cx="51877" cy="101109"/>
            </a:xfrm>
          </p:grpSpPr>
          <p:sp>
            <p:nvSpPr>
              <p:cNvPr name="Freeform 149" id="149"/>
              <p:cNvSpPr/>
              <p:nvPr/>
            </p:nvSpPr>
            <p:spPr>
              <a:xfrm flipH="false" flipV="false" rot="0">
                <a:off x="0" y="0"/>
                <a:ext cx="51877" cy="101109"/>
              </a:xfrm>
              <a:custGeom>
                <a:avLst/>
                <a:gdLst/>
                <a:ahLst/>
                <a:cxnLst/>
                <a:rect r="r" b="b" t="t" l="l"/>
                <a:pathLst>
                  <a:path h="101109" w="51877">
                    <a:moveTo>
                      <a:pt x="0" y="0"/>
                    </a:moveTo>
                    <a:lnTo>
                      <a:pt x="51877" y="0"/>
                    </a:lnTo>
                    <a:lnTo>
                      <a:pt x="51877" y="101109"/>
                    </a:lnTo>
                    <a:lnTo>
                      <a:pt x="0" y="10110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0" id="150"/>
              <p:cNvSpPr txBox="true"/>
              <p:nvPr/>
            </p:nvSpPr>
            <p:spPr>
              <a:xfrm>
                <a:off x="0" y="-38100"/>
                <a:ext cx="51877" cy="139209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151" id="151"/>
            <p:cNvGrpSpPr/>
            <p:nvPr/>
          </p:nvGrpSpPr>
          <p:grpSpPr>
            <a:xfrm rot="0">
              <a:off x="5372881" y="1405467"/>
              <a:ext cx="355794" cy="693448"/>
              <a:chOff x="0" y="0"/>
              <a:chExt cx="51877" cy="101109"/>
            </a:xfrm>
          </p:grpSpPr>
          <p:sp>
            <p:nvSpPr>
              <p:cNvPr name="Freeform 152" id="152"/>
              <p:cNvSpPr/>
              <p:nvPr/>
            </p:nvSpPr>
            <p:spPr>
              <a:xfrm flipH="false" flipV="false" rot="0">
                <a:off x="0" y="0"/>
                <a:ext cx="51877" cy="101109"/>
              </a:xfrm>
              <a:custGeom>
                <a:avLst/>
                <a:gdLst/>
                <a:ahLst/>
                <a:cxnLst/>
                <a:rect r="r" b="b" t="t" l="l"/>
                <a:pathLst>
                  <a:path h="101109" w="51877">
                    <a:moveTo>
                      <a:pt x="0" y="0"/>
                    </a:moveTo>
                    <a:lnTo>
                      <a:pt x="51877" y="0"/>
                    </a:lnTo>
                    <a:lnTo>
                      <a:pt x="51877" y="101109"/>
                    </a:lnTo>
                    <a:lnTo>
                      <a:pt x="0" y="10110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3" id="153"/>
              <p:cNvSpPr txBox="true"/>
              <p:nvPr/>
            </p:nvSpPr>
            <p:spPr>
              <a:xfrm>
                <a:off x="0" y="-38100"/>
                <a:ext cx="51877" cy="139209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154" id="154"/>
            <p:cNvGrpSpPr/>
            <p:nvPr/>
          </p:nvGrpSpPr>
          <p:grpSpPr>
            <a:xfrm rot="5400000">
              <a:off x="6771506" y="24511"/>
              <a:ext cx="355794" cy="3811152"/>
              <a:chOff x="0" y="0"/>
              <a:chExt cx="51877" cy="555687"/>
            </a:xfrm>
          </p:grpSpPr>
          <p:sp>
            <p:nvSpPr>
              <p:cNvPr name="Freeform 155" id="155"/>
              <p:cNvSpPr/>
              <p:nvPr/>
            </p:nvSpPr>
            <p:spPr>
              <a:xfrm flipH="false" flipV="false" rot="0">
                <a:off x="0" y="0"/>
                <a:ext cx="51877" cy="555687"/>
              </a:xfrm>
              <a:custGeom>
                <a:avLst/>
                <a:gdLst/>
                <a:ahLst/>
                <a:cxnLst/>
                <a:rect r="r" b="b" t="t" l="l"/>
                <a:pathLst>
                  <a:path h="555687" w="51877">
                    <a:moveTo>
                      <a:pt x="0" y="0"/>
                    </a:moveTo>
                    <a:lnTo>
                      <a:pt x="51877" y="0"/>
                    </a:lnTo>
                    <a:lnTo>
                      <a:pt x="51877" y="555687"/>
                    </a:lnTo>
                    <a:lnTo>
                      <a:pt x="0" y="55568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6" id="156"/>
              <p:cNvSpPr txBox="true"/>
              <p:nvPr/>
            </p:nvSpPr>
            <p:spPr>
              <a:xfrm>
                <a:off x="0" y="-38100"/>
                <a:ext cx="51877" cy="593787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157" id="157"/>
            <p:cNvGrpSpPr/>
            <p:nvPr/>
          </p:nvGrpSpPr>
          <p:grpSpPr>
            <a:xfrm rot="0">
              <a:off x="7822203" y="364360"/>
              <a:ext cx="348704" cy="1387831"/>
              <a:chOff x="0" y="0"/>
              <a:chExt cx="50843" cy="202353"/>
            </a:xfrm>
          </p:grpSpPr>
          <p:sp>
            <p:nvSpPr>
              <p:cNvPr name="Freeform 158" id="158"/>
              <p:cNvSpPr/>
              <p:nvPr/>
            </p:nvSpPr>
            <p:spPr>
              <a:xfrm flipH="false" flipV="false" rot="0">
                <a:off x="0" y="0"/>
                <a:ext cx="50843" cy="202353"/>
              </a:xfrm>
              <a:custGeom>
                <a:avLst/>
                <a:gdLst/>
                <a:ahLst/>
                <a:cxnLst/>
                <a:rect r="r" b="b" t="t" l="l"/>
                <a:pathLst>
                  <a:path h="202353" w="50843">
                    <a:moveTo>
                      <a:pt x="0" y="0"/>
                    </a:moveTo>
                    <a:lnTo>
                      <a:pt x="50843" y="0"/>
                    </a:lnTo>
                    <a:lnTo>
                      <a:pt x="50843" y="202353"/>
                    </a:lnTo>
                    <a:lnTo>
                      <a:pt x="0" y="20235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9" id="159"/>
              <p:cNvSpPr txBox="true"/>
              <p:nvPr/>
            </p:nvSpPr>
            <p:spPr>
              <a:xfrm>
                <a:off x="0" y="-38100"/>
                <a:ext cx="50843" cy="240453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160" id="160"/>
            <p:cNvGrpSpPr/>
            <p:nvPr/>
          </p:nvGrpSpPr>
          <p:grpSpPr>
            <a:xfrm rot="-5400000">
              <a:off x="8163741" y="353988"/>
              <a:ext cx="347658" cy="368403"/>
              <a:chOff x="0" y="0"/>
              <a:chExt cx="50690" cy="53715"/>
            </a:xfrm>
          </p:grpSpPr>
          <p:sp>
            <p:nvSpPr>
              <p:cNvPr name="Freeform 161" id="161"/>
              <p:cNvSpPr/>
              <p:nvPr/>
            </p:nvSpPr>
            <p:spPr>
              <a:xfrm flipH="false" flipV="false" rot="0">
                <a:off x="0" y="0"/>
                <a:ext cx="50690" cy="53715"/>
              </a:xfrm>
              <a:custGeom>
                <a:avLst/>
                <a:gdLst/>
                <a:ahLst/>
                <a:cxnLst/>
                <a:rect r="r" b="b" t="t" l="l"/>
                <a:pathLst>
                  <a:path h="53715" w="50690">
                    <a:moveTo>
                      <a:pt x="0" y="0"/>
                    </a:moveTo>
                    <a:lnTo>
                      <a:pt x="50690" y="0"/>
                    </a:lnTo>
                    <a:lnTo>
                      <a:pt x="50690" y="53715"/>
                    </a:lnTo>
                    <a:lnTo>
                      <a:pt x="0" y="5371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62" id="162"/>
              <p:cNvSpPr txBox="true"/>
              <p:nvPr/>
            </p:nvSpPr>
            <p:spPr>
              <a:xfrm>
                <a:off x="0" y="-38100"/>
                <a:ext cx="50690" cy="91815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163" id="163"/>
            <p:cNvGrpSpPr/>
            <p:nvPr/>
          </p:nvGrpSpPr>
          <p:grpSpPr>
            <a:xfrm rot="0">
              <a:off x="8492880" y="364827"/>
              <a:ext cx="355794" cy="1040640"/>
              <a:chOff x="0" y="0"/>
              <a:chExt cx="51877" cy="151731"/>
            </a:xfrm>
          </p:grpSpPr>
          <p:sp>
            <p:nvSpPr>
              <p:cNvPr name="Freeform 164" id="164"/>
              <p:cNvSpPr/>
              <p:nvPr/>
            </p:nvSpPr>
            <p:spPr>
              <a:xfrm flipH="false" flipV="false" rot="0">
                <a:off x="0" y="0"/>
                <a:ext cx="51877" cy="151731"/>
              </a:xfrm>
              <a:custGeom>
                <a:avLst/>
                <a:gdLst/>
                <a:ahLst/>
                <a:cxnLst/>
                <a:rect r="r" b="b" t="t" l="l"/>
                <a:pathLst>
                  <a:path h="151731" w="51877">
                    <a:moveTo>
                      <a:pt x="0" y="0"/>
                    </a:moveTo>
                    <a:lnTo>
                      <a:pt x="51877" y="0"/>
                    </a:lnTo>
                    <a:lnTo>
                      <a:pt x="51877" y="151731"/>
                    </a:lnTo>
                    <a:lnTo>
                      <a:pt x="0" y="15173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65" id="165"/>
              <p:cNvSpPr txBox="true"/>
              <p:nvPr/>
            </p:nvSpPr>
            <p:spPr>
              <a:xfrm>
                <a:off x="0" y="-38100"/>
                <a:ext cx="51877" cy="189831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166" id="166"/>
            <p:cNvGrpSpPr/>
            <p:nvPr/>
          </p:nvGrpSpPr>
          <p:grpSpPr>
            <a:xfrm rot="0">
              <a:off x="8850271" y="17205"/>
              <a:ext cx="349051" cy="4814726"/>
              <a:chOff x="0" y="0"/>
              <a:chExt cx="50894" cy="702013"/>
            </a:xfrm>
          </p:grpSpPr>
          <p:sp>
            <p:nvSpPr>
              <p:cNvPr name="Freeform 167" id="167"/>
              <p:cNvSpPr/>
              <p:nvPr/>
            </p:nvSpPr>
            <p:spPr>
              <a:xfrm flipH="false" flipV="false" rot="0">
                <a:off x="0" y="0"/>
                <a:ext cx="50894" cy="702013"/>
              </a:xfrm>
              <a:custGeom>
                <a:avLst/>
                <a:gdLst/>
                <a:ahLst/>
                <a:cxnLst/>
                <a:rect r="r" b="b" t="t" l="l"/>
                <a:pathLst>
                  <a:path h="702013" w="50894">
                    <a:moveTo>
                      <a:pt x="0" y="0"/>
                    </a:moveTo>
                    <a:lnTo>
                      <a:pt x="50894" y="0"/>
                    </a:lnTo>
                    <a:lnTo>
                      <a:pt x="50894" y="702013"/>
                    </a:lnTo>
                    <a:lnTo>
                      <a:pt x="0" y="702013"/>
                    </a:lnTo>
                    <a:close/>
                  </a:path>
                </a:pathLst>
              </a:custGeom>
              <a:solidFill>
                <a:srgbClr val="C7C1BF"/>
              </a:solidFill>
            </p:spPr>
          </p:sp>
          <p:sp>
            <p:nvSpPr>
              <p:cNvPr name="TextBox 168" id="168"/>
              <p:cNvSpPr txBox="true"/>
              <p:nvPr/>
            </p:nvSpPr>
            <p:spPr>
              <a:xfrm>
                <a:off x="0" y="-38100"/>
                <a:ext cx="50894" cy="740113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169" id="169"/>
            <p:cNvGrpSpPr/>
            <p:nvPr/>
          </p:nvGrpSpPr>
          <p:grpSpPr>
            <a:xfrm rot="0">
              <a:off x="8848674" y="364827"/>
              <a:ext cx="339635" cy="338122"/>
              <a:chOff x="0" y="0"/>
              <a:chExt cx="49521" cy="49300"/>
            </a:xfrm>
          </p:grpSpPr>
          <p:sp>
            <p:nvSpPr>
              <p:cNvPr name="Freeform 170" id="170"/>
              <p:cNvSpPr/>
              <p:nvPr/>
            </p:nvSpPr>
            <p:spPr>
              <a:xfrm flipH="false" flipV="false" rot="0">
                <a:off x="0" y="0"/>
                <a:ext cx="49521" cy="49300"/>
              </a:xfrm>
              <a:custGeom>
                <a:avLst/>
                <a:gdLst/>
                <a:ahLst/>
                <a:cxnLst/>
                <a:rect r="r" b="b" t="t" l="l"/>
                <a:pathLst>
                  <a:path h="49300" w="49521">
                    <a:moveTo>
                      <a:pt x="0" y="0"/>
                    </a:moveTo>
                    <a:lnTo>
                      <a:pt x="49521" y="0"/>
                    </a:lnTo>
                    <a:lnTo>
                      <a:pt x="49521" y="49300"/>
                    </a:lnTo>
                    <a:lnTo>
                      <a:pt x="0" y="493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71" id="171"/>
              <p:cNvSpPr txBox="true"/>
              <p:nvPr/>
            </p:nvSpPr>
            <p:spPr>
              <a:xfrm>
                <a:off x="0" y="-38100"/>
                <a:ext cx="49521" cy="87400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172" id="172"/>
            <p:cNvGrpSpPr/>
            <p:nvPr/>
          </p:nvGrpSpPr>
          <p:grpSpPr>
            <a:xfrm rot="0">
              <a:off x="8848674" y="1058275"/>
              <a:ext cx="339635" cy="338122"/>
              <a:chOff x="0" y="0"/>
              <a:chExt cx="49521" cy="49300"/>
            </a:xfrm>
          </p:grpSpPr>
          <p:sp>
            <p:nvSpPr>
              <p:cNvPr name="Freeform 173" id="173"/>
              <p:cNvSpPr/>
              <p:nvPr/>
            </p:nvSpPr>
            <p:spPr>
              <a:xfrm flipH="false" flipV="false" rot="0">
                <a:off x="0" y="0"/>
                <a:ext cx="49521" cy="49300"/>
              </a:xfrm>
              <a:custGeom>
                <a:avLst/>
                <a:gdLst/>
                <a:ahLst/>
                <a:cxnLst/>
                <a:rect r="r" b="b" t="t" l="l"/>
                <a:pathLst>
                  <a:path h="49300" w="49521">
                    <a:moveTo>
                      <a:pt x="0" y="0"/>
                    </a:moveTo>
                    <a:lnTo>
                      <a:pt x="49521" y="0"/>
                    </a:lnTo>
                    <a:lnTo>
                      <a:pt x="49521" y="49300"/>
                    </a:lnTo>
                    <a:lnTo>
                      <a:pt x="0" y="493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74" id="174"/>
              <p:cNvSpPr txBox="true"/>
              <p:nvPr/>
            </p:nvSpPr>
            <p:spPr>
              <a:xfrm>
                <a:off x="0" y="-38100"/>
                <a:ext cx="49521" cy="87400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175" id="175"/>
            <p:cNvGrpSpPr/>
            <p:nvPr/>
          </p:nvGrpSpPr>
          <p:grpSpPr>
            <a:xfrm rot="0">
              <a:off x="8848674" y="1761027"/>
              <a:ext cx="339635" cy="338122"/>
              <a:chOff x="0" y="0"/>
              <a:chExt cx="49521" cy="49300"/>
            </a:xfrm>
          </p:grpSpPr>
          <p:sp>
            <p:nvSpPr>
              <p:cNvPr name="Freeform 176" id="176"/>
              <p:cNvSpPr/>
              <p:nvPr/>
            </p:nvSpPr>
            <p:spPr>
              <a:xfrm flipH="false" flipV="false" rot="0">
                <a:off x="0" y="0"/>
                <a:ext cx="49521" cy="49300"/>
              </a:xfrm>
              <a:custGeom>
                <a:avLst/>
                <a:gdLst/>
                <a:ahLst/>
                <a:cxnLst/>
                <a:rect r="r" b="b" t="t" l="l"/>
                <a:pathLst>
                  <a:path h="49300" w="49521">
                    <a:moveTo>
                      <a:pt x="0" y="0"/>
                    </a:moveTo>
                    <a:lnTo>
                      <a:pt x="49521" y="0"/>
                    </a:lnTo>
                    <a:lnTo>
                      <a:pt x="49521" y="49300"/>
                    </a:lnTo>
                    <a:lnTo>
                      <a:pt x="0" y="493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77" id="177"/>
              <p:cNvSpPr txBox="true"/>
              <p:nvPr/>
            </p:nvSpPr>
            <p:spPr>
              <a:xfrm>
                <a:off x="0" y="-38100"/>
                <a:ext cx="49521" cy="87400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178" id="178"/>
            <p:cNvGrpSpPr/>
            <p:nvPr/>
          </p:nvGrpSpPr>
          <p:grpSpPr>
            <a:xfrm rot="0">
              <a:off x="8848674" y="2432457"/>
              <a:ext cx="339635" cy="352230"/>
              <a:chOff x="0" y="0"/>
              <a:chExt cx="49521" cy="51357"/>
            </a:xfrm>
          </p:grpSpPr>
          <p:sp>
            <p:nvSpPr>
              <p:cNvPr name="Freeform 179" id="179"/>
              <p:cNvSpPr/>
              <p:nvPr/>
            </p:nvSpPr>
            <p:spPr>
              <a:xfrm flipH="false" flipV="false" rot="0">
                <a:off x="0" y="0"/>
                <a:ext cx="49521" cy="51357"/>
              </a:xfrm>
              <a:custGeom>
                <a:avLst/>
                <a:gdLst/>
                <a:ahLst/>
                <a:cxnLst/>
                <a:rect r="r" b="b" t="t" l="l"/>
                <a:pathLst>
                  <a:path h="51357" w="49521">
                    <a:moveTo>
                      <a:pt x="0" y="0"/>
                    </a:moveTo>
                    <a:lnTo>
                      <a:pt x="49521" y="0"/>
                    </a:lnTo>
                    <a:lnTo>
                      <a:pt x="49521" y="51357"/>
                    </a:lnTo>
                    <a:lnTo>
                      <a:pt x="0" y="5135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0" id="180"/>
              <p:cNvSpPr txBox="true"/>
              <p:nvPr/>
            </p:nvSpPr>
            <p:spPr>
              <a:xfrm>
                <a:off x="0" y="-38100"/>
                <a:ext cx="49521" cy="89457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181" id="181"/>
            <p:cNvGrpSpPr/>
            <p:nvPr/>
          </p:nvGrpSpPr>
          <p:grpSpPr>
            <a:xfrm rot="0">
              <a:off x="8848674" y="3472903"/>
              <a:ext cx="339635" cy="352230"/>
              <a:chOff x="0" y="0"/>
              <a:chExt cx="49521" cy="51357"/>
            </a:xfrm>
          </p:grpSpPr>
          <p:sp>
            <p:nvSpPr>
              <p:cNvPr name="Freeform 182" id="182"/>
              <p:cNvSpPr/>
              <p:nvPr/>
            </p:nvSpPr>
            <p:spPr>
              <a:xfrm flipH="false" flipV="false" rot="0">
                <a:off x="0" y="0"/>
                <a:ext cx="49521" cy="51357"/>
              </a:xfrm>
              <a:custGeom>
                <a:avLst/>
                <a:gdLst/>
                <a:ahLst/>
                <a:cxnLst/>
                <a:rect r="r" b="b" t="t" l="l"/>
                <a:pathLst>
                  <a:path h="51357" w="49521">
                    <a:moveTo>
                      <a:pt x="0" y="0"/>
                    </a:moveTo>
                    <a:lnTo>
                      <a:pt x="49521" y="0"/>
                    </a:lnTo>
                    <a:lnTo>
                      <a:pt x="49521" y="51357"/>
                    </a:lnTo>
                    <a:lnTo>
                      <a:pt x="0" y="5135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3" id="183"/>
              <p:cNvSpPr txBox="true"/>
              <p:nvPr/>
            </p:nvSpPr>
            <p:spPr>
              <a:xfrm>
                <a:off x="0" y="-38100"/>
                <a:ext cx="49521" cy="89457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184" id="184"/>
            <p:cNvGrpSpPr/>
            <p:nvPr/>
          </p:nvGrpSpPr>
          <p:grpSpPr>
            <a:xfrm rot="0">
              <a:off x="8848674" y="4169404"/>
              <a:ext cx="339635" cy="352230"/>
              <a:chOff x="0" y="0"/>
              <a:chExt cx="49521" cy="51357"/>
            </a:xfrm>
          </p:grpSpPr>
          <p:sp>
            <p:nvSpPr>
              <p:cNvPr name="Freeform 185" id="185"/>
              <p:cNvSpPr/>
              <p:nvPr/>
            </p:nvSpPr>
            <p:spPr>
              <a:xfrm flipH="false" flipV="false" rot="0">
                <a:off x="0" y="0"/>
                <a:ext cx="49521" cy="51357"/>
              </a:xfrm>
              <a:custGeom>
                <a:avLst/>
                <a:gdLst/>
                <a:ahLst/>
                <a:cxnLst/>
                <a:rect r="r" b="b" t="t" l="l"/>
                <a:pathLst>
                  <a:path h="51357" w="49521">
                    <a:moveTo>
                      <a:pt x="0" y="0"/>
                    </a:moveTo>
                    <a:lnTo>
                      <a:pt x="49521" y="0"/>
                    </a:lnTo>
                    <a:lnTo>
                      <a:pt x="49521" y="51357"/>
                    </a:lnTo>
                    <a:lnTo>
                      <a:pt x="0" y="5135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6" id="186"/>
              <p:cNvSpPr txBox="true"/>
              <p:nvPr/>
            </p:nvSpPr>
            <p:spPr>
              <a:xfrm>
                <a:off x="0" y="-38100"/>
                <a:ext cx="49521" cy="89457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187" id="187"/>
            <p:cNvGrpSpPr/>
            <p:nvPr/>
          </p:nvGrpSpPr>
          <p:grpSpPr>
            <a:xfrm rot="0">
              <a:off x="3311456" y="2781574"/>
              <a:ext cx="355794" cy="1387831"/>
              <a:chOff x="0" y="0"/>
              <a:chExt cx="51877" cy="202353"/>
            </a:xfrm>
          </p:grpSpPr>
          <p:sp>
            <p:nvSpPr>
              <p:cNvPr name="Freeform 188" id="188"/>
              <p:cNvSpPr/>
              <p:nvPr/>
            </p:nvSpPr>
            <p:spPr>
              <a:xfrm flipH="false" flipV="false" rot="0">
                <a:off x="0" y="0"/>
                <a:ext cx="51877" cy="202353"/>
              </a:xfrm>
              <a:custGeom>
                <a:avLst/>
                <a:gdLst/>
                <a:ahLst/>
                <a:cxnLst/>
                <a:rect r="r" b="b" t="t" l="l"/>
                <a:pathLst>
                  <a:path h="202353" w="51877">
                    <a:moveTo>
                      <a:pt x="0" y="0"/>
                    </a:moveTo>
                    <a:lnTo>
                      <a:pt x="51877" y="0"/>
                    </a:lnTo>
                    <a:lnTo>
                      <a:pt x="51877" y="202353"/>
                    </a:lnTo>
                    <a:lnTo>
                      <a:pt x="0" y="20235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9" id="189"/>
              <p:cNvSpPr txBox="true"/>
              <p:nvPr/>
            </p:nvSpPr>
            <p:spPr>
              <a:xfrm>
                <a:off x="0" y="-38100"/>
                <a:ext cx="51877" cy="240453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190" id="190"/>
            <p:cNvGrpSpPr/>
            <p:nvPr/>
          </p:nvGrpSpPr>
          <p:grpSpPr>
            <a:xfrm rot="5400000">
              <a:off x="2446067" y="2275092"/>
              <a:ext cx="355794" cy="1374984"/>
              <a:chOff x="0" y="0"/>
              <a:chExt cx="51877" cy="200480"/>
            </a:xfrm>
          </p:grpSpPr>
          <p:sp>
            <p:nvSpPr>
              <p:cNvPr name="Freeform 191" id="191"/>
              <p:cNvSpPr/>
              <p:nvPr/>
            </p:nvSpPr>
            <p:spPr>
              <a:xfrm flipH="false" flipV="false" rot="0">
                <a:off x="0" y="0"/>
                <a:ext cx="51877" cy="200480"/>
              </a:xfrm>
              <a:custGeom>
                <a:avLst/>
                <a:gdLst/>
                <a:ahLst/>
                <a:cxnLst/>
                <a:rect r="r" b="b" t="t" l="l"/>
                <a:pathLst>
                  <a:path h="200480" w="51877">
                    <a:moveTo>
                      <a:pt x="0" y="0"/>
                    </a:moveTo>
                    <a:lnTo>
                      <a:pt x="51877" y="0"/>
                    </a:lnTo>
                    <a:lnTo>
                      <a:pt x="51877" y="200480"/>
                    </a:lnTo>
                    <a:lnTo>
                      <a:pt x="0" y="2004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92" id="192"/>
              <p:cNvSpPr txBox="true"/>
              <p:nvPr/>
            </p:nvSpPr>
            <p:spPr>
              <a:xfrm>
                <a:off x="0" y="-38100"/>
                <a:ext cx="51877" cy="238580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193" id="193"/>
            <p:cNvGrpSpPr/>
            <p:nvPr/>
          </p:nvGrpSpPr>
          <p:grpSpPr>
            <a:xfrm rot="0">
              <a:off x="1936472" y="2098915"/>
              <a:ext cx="355794" cy="693448"/>
              <a:chOff x="0" y="0"/>
              <a:chExt cx="51877" cy="101109"/>
            </a:xfrm>
          </p:grpSpPr>
          <p:sp>
            <p:nvSpPr>
              <p:cNvPr name="Freeform 194" id="194"/>
              <p:cNvSpPr/>
              <p:nvPr/>
            </p:nvSpPr>
            <p:spPr>
              <a:xfrm flipH="false" flipV="false" rot="0">
                <a:off x="0" y="0"/>
                <a:ext cx="51877" cy="101109"/>
              </a:xfrm>
              <a:custGeom>
                <a:avLst/>
                <a:gdLst/>
                <a:ahLst/>
                <a:cxnLst/>
                <a:rect r="r" b="b" t="t" l="l"/>
                <a:pathLst>
                  <a:path h="101109" w="51877">
                    <a:moveTo>
                      <a:pt x="0" y="0"/>
                    </a:moveTo>
                    <a:lnTo>
                      <a:pt x="51877" y="0"/>
                    </a:lnTo>
                    <a:lnTo>
                      <a:pt x="51877" y="101109"/>
                    </a:lnTo>
                    <a:lnTo>
                      <a:pt x="0" y="10110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95" id="195"/>
              <p:cNvSpPr txBox="true"/>
              <p:nvPr/>
            </p:nvSpPr>
            <p:spPr>
              <a:xfrm>
                <a:off x="0" y="-38100"/>
                <a:ext cx="51877" cy="139209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196" id="196"/>
            <p:cNvGrpSpPr/>
            <p:nvPr/>
          </p:nvGrpSpPr>
          <p:grpSpPr>
            <a:xfrm rot="5400000">
              <a:off x="3311456" y="1065105"/>
              <a:ext cx="355794" cy="2418181"/>
              <a:chOff x="0" y="0"/>
              <a:chExt cx="51877" cy="352584"/>
            </a:xfrm>
          </p:grpSpPr>
          <p:sp>
            <p:nvSpPr>
              <p:cNvPr name="Freeform 197" id="197"/>
              <p:cNvSpPr/>
              <p:nvPr/>
            </p:nvSpPr>
            <p:spPr>
              <a:xfrm flipH="false" flipV="false" rot="0">
                <a:off x="0" y="0"/>
                <a:ext cx="51877" cy="352584"/>
              </a:xfrm>
              <a:custGeom>
                <a:avLst/>
                <a:gdLst/>
                <a:ahLst/>
                <a:cxnLst/>
                <a:rect r="r" b="b" t="t" l="l"/>
                <a:pathLst>
                  <a:path h="352584" w="51877">
                    <a:moveTo>
                      <a:pt x="0" y="0"/>
                    </a:moveTo>
                    <a:lnTo>
                      <a:pt x="51877" y="0"/>
                    </a:lnTo>
                    <a:lnTo>
                      <a:pt x="51877" y="352584"/>
                    </a:lnTo>
                    <a:lnTo>
                      <a:pt x="0" y="35258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98" id="198"/>
              <p:cNvSpPr txBox="true"/>
              <p:nvPr/>
            </p:nvSpPr>
            <p:spPr>
              <a:xfrm>
                <a:off x="0" y="-38100"/>
                <a:ext cx="51877" cy="390684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199" id="199"/>
            <p:cNvGrpSpPr/>
            <p:nvPr/>
          </p:nvGrpSpPr>
          <p:grpSpPr>
            <a:xfrm rot="0">
              <a:off x="4342650" y="2452093"/>
              <a:ext cx="355794" cy="1387831"/>
              <a:chOff x="0" y="0"/>
              <a:chExt cx="51877" cy="202353"/>
            </a:xfrm>
          </p:grpSpPr>
          <p:sp>
            <p:nvSpPr>
              <p:cNvPr name="Freeform 200" id="200"/>
              <p:cNvSpPr/>
              <p:nvPr/>
            </p:nvSpPr>
            <p:spPr>
              <a:xfrm flipH="false" flipV="false" rot="0">
                <a:off x="0" y="0"/>
                <a:ext cx="51877" cy="202353"/>
              </a:xfrm>
              <a:custGeom>
                <a:avLst/>
                <a:gdLst/>
                <a:ahLst/>
                <a:cxnLst/>
                <a:rect r="r" b="b" t="t" l="l"/>
                <a:pathLst>
                  <a:path h="202353" w="51877">
                    <a:moveTo>
                      <a:pt x="0" y="0"/>
                    </a:moveTo>
                    <a:lnTo>
                      <a:pt x="51877" y="0"/>
                    </a:lnTo>
                    <a:lnTo>
                      <a:pt x="51877" y="202353"/>
                    </a:lnTo>
                    <a:lnTo>
                      <a:pt x="0" y="20235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01" id="201"/>
              <p:cNvSpPr txBox="true"/>
              <p:nvPr/>
            </p:nvSpPr>
            <p:spPr>
              <a:xfrm>
                <a:off x="0" y="-38100"/>
                <a:ext cx="51877" cy="240453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202" id="202"/>
            <p:cNvGrpSpPr/>
            <p:nvPr/>
          </p:nvGrpSpPr>
          <p:grpSpPr>
            <a:xfrm rot="5400000">
              <a:off x="5214841" y="2952943"/>
              <a:ext cx="355794" cy="1388588"/>
              <a:chOff x="0" y="0"/>
              <a:chExt cx="51877" cy="202464"/>
            </a:xfrm>
          </p:grpSpPr>
          <p:sp>
            <p:nvSpPr>
              <p:cNvPr name="Freeform 203" id="203"/>
              <p:cNvSpPr/>
              <p:nvPr/>
            </p:nvSpPr>
            <p:spPr>
              <a:xfrm flipH="false" flipV="false" rot="0">
                <a:off x="0" y="0"/>
                <a:ext cx="51877" cy="202464"/>
              </a:xfrm>
              <a:custGeom>
                <a:avLst/>
                <a:gdLst/>
                <a:ahLst/>
                <a:cxnLst/>
                <a:rect r="r" b="b" t="t" l="l"/>
                <a:pathLst>
                  <a:path h="202464" w="51877">
                    <a:moveTo>
                      <a:pt x="0" y="0"/>
                    </a:moveTo>
                    <a:lnTo>
                      <a:pt x="51877" y="0"/>
                    </a:lnTo>
                    <a:lnTo>
                      <a:pt x="51877" y="202464"/>
                    </a:lnTo>
                    <a:lnTo>
                      <a:pt x="0" y="20246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04" id="204"/>
              <p:cNvSpPr txBox="true"/>
              <p:nvPr/>
            </p:nvSpPr>
            <p:spPr>
              <a:xfrm>
                <a:off x="0" y="-38100"/>
                <a:ext cx="51877" cy="240564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205" id="205"/>
            <p:cNvGrpSpPr/>
            <p:nvPr/>
          </p:nvGrpSpPr>
          <p:grpSpPr>
            <a:xfrm rot="0">
              <a:off x="5052429" y="3806638"/>
              <a:ext cx="355794" cy="693448"/>
              <a:chOff x="0" y="0"/>
              <a:chExt cx="51877" cy="101109"/>
            </a:xfrm>
          </p:grpSpPr>
          <p:sp>
            <p:nvSpPr>
              <p:cNvPr name="Freeform 206" id="206"/>
              <p:cNvSpPr/>
              <p:nvPr/>
            </p:nvSpPr>
            <p:spPr>
              <a:xfrm flipH="false" flipV="false" rot="0">
                <a:off x="0" y="0"/>
                <a:ext cx="51877" cy="101109"/>
              </a:xfrm>
              <a:custGeom>
                <a:avLst/>
                <a:gdLst/>
                <a:ahLst/>
                <a:cxnLst/>
                <a:rect r="r" b="b" t="t" l="l"/>
                <a:pathLst>
                  <a:path h="101109" w="51877">
                    <a:moveTo>
                      <a:pt x="0" y="0"/>
                    </a:moveTo>
                    <a:lnTo>
                      <a:pt x="51877" y="0"/>
                    </a:lnTo>
                    <a:lnTo>
                      <a:pt x="51877" y="101109"/>
                    </a:lnTo>
                    <a:lnTo>
                      <a:pt x="0" y="10110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07" id="207"/>
              <p:cNvSpPr txBox="true"/>
              <p:nvPr/>
            </p:nvSpPr>
            <p:spPr>
              <a:xfrm>
                <a:off x="0" y="-38100"/>
                <a:ext cx="51877" cy="139209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208" id="208"/>
            <p:cNvGrpSpPr/>
            <p:nvPr/>
          </p:nvGrpSpPr>
          <p:grpSpPr>
            <a:xfrm rot="5400000">
              <a:off x="5909134" y="3659809"/>
              <a:ext cx="355794" cy="1374984"/>
              <a:chOff x="0" y="0"/>
              <a:chExt cx="51877" cy="200480"/>
            </a:xfrm>
          </p:grpSpPr>
          <p:sp>
            <p:nvSpPr>
              <p:cNvPr name="Freeform 209" id="209"/>
              <p:cNvSpPr/>
              <p:nvPr/>
            </p:nvSpPr>
            <p:spPr>
              <a:xfrm flipH="false" flipV="false" rot="0">
                <a:off x="0" y="0"/>
                <a:ext cx="51877" cy="200480"/>
              </a:xfrm>
              <a:custGeom>
                <a:avLst/>
                <a:gdLst/>
                <a:ahLst/>
                <a:cxnLst/>
                <a:rect r="r" b="b" t="t" l="l"/>
                <a:pathLst>
                  <a:path h="200480" w="51877">
                    <a:moveTo>
                      <a:pt x="0" y="0"/>
                    </a:moveTo>
                    <a:lnTo>
                      <a:pt x="51877" y="0"/>
                    </a:lnTo>
                    <a:lnTo>
                      <a:pt x="51877" y="200480"/>
                    </a:lnTo>
                    <a:lnTo>
                      <a:pt x="0" y="2004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0" id="210"/>
              <p:cNvSpPr txBox="true"/>
              <p:nvPr/>
            </p:nvSpPr>
            <p:spPr>
              <a:xfrm>
                <a:off x="0" y="-38100"/>
                <a:ext cx="51877" cy="238580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211" id="211"/>
            <p:cNvGrpSpPr/>
            <p:nvPr/>
          </p:nvGrpSpPr>
          <p:grpSpPr>
            <a:xfrm rot="0">
              <a:off x="6426760" y="3475489"/>
              <a:ext cx="355794" cy="711159"/>
              <a:chOff x="0" y="0"/>
              <a:chExt cx="51877" cy="103691"/>
            </a:xfrm>
          </p:grpSpPr>
          <p:sp>
            <p:nvSpPr>
              <p:cNvPr name="Freeform 212" id="212"/>
              <p:cNvSpPr/>
              <p:nvPr/>
            </p:nvSpPr>
            <p:spPr>
              <a:xfrm flipH="false" flipV="false" rot="0">
                <a:off x="0" y="0"/>
                <a:ext cx="51877" cy="103691"/>
              </a:xfrm>
              <a:custGeom>
                <a:avLst/>
                <a:gdLst/>
                <a:ahLst/>
                <a:cxnLst/>
                <a:rect r="r" b="b" t="t" l="l"/>
                <a:pathLst>
                  <a:path h="103691" w="51877">
                    <a:moveTo>
                      <a:pt x="0" y="0"/>
                    </a:moveTo>
                    <a:lnTo>
                      <a:pt x="51877" y="0"/>
                    </a:lnTo>
                    <a:lnTo>
                      <a:pt x="51877" y="103691"/>
                    </a:lnTo>
                    <a:lnTo>
                      <a:pt x="0" y="10369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3" id="213"/>
              <p:cNvSpPr txBox="true"/>
              <p:nvPr/>
            </p:nvSpPr>
            <p:spPr>
              <a:xfrm>
                <a:off x="0" y="-38100"/>
                <a:ext cx="51877" cy="141791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214" id="214"/>
            <p:cNvGrpSpPr/>
            <p:nvPr/>
          </p:nvGrpSpPr>
          <p:grpSpPr>
            <a:xfrm rot="-5400000">
              <a:off x="6768415" y="3465116"/>
              <a:ext cx="347658" cy="368403"/>
              <a:chOff x="0" y="0"/>
              <a:chExt cx="50690" cy="53715"/>
            </a:xfrm>
          </p:grpSpPr>
          <p:sp>
            <p:nvSpPr>
              <p:cNvPr name="Freeform 215" id="215"/>
              <p:cNvSpPr/>
              <p:nvPr/>
            </p:nvSpPr>
            <p:spPr>
              <a:xfrm flipH="false" flipV="false" rot="0">
                <a:off x="0" y="0"/>
                <a:ext cx="50690" cy="53715"/>
              </a:xfrm>
              <a:custGeom>
                <a:avLst/>
                <a:gdLst/>
                <a:ahLst/>
                <a:cxnLst/>
                <a:rect r="r" b="b" t="t" l="l"/>
                <a:pathLst>
                  <a:path h="53715" w="50690">
                    <a:moveTo>
                      <a:pt x="0" y="0"/>
                    </a:moveTo>
                    <a:lnTo>
                      <a:pt x="50690" y="0"/>
                    </a:lnTo>
                    <a:lnTo>
                      <a:pt x="50690" y="53715"/>
                    </a:lnTo>
                    <a:lnTo>
                      <a:pt x="0" y="5371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6" id="216"/>
              <p:cNvSpPr txBox="true"/>
              <p:nvPr/>
            </p:nvSpPr>
            <p:spPr>
              <a:xfrm>
                <a:off x="0" y="-38100"/>
                <a:ext cx="50690" cy="91815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217" id="217"/>
            <p:cNvGrpSpPr/>
            <p:nvPr/>
          </p:nvGrpSpPr>
          <p:grpSpPr>
            <a:xfrm rot="0">
              <a:off x="7126446" y="3484344"/>
              <a:ext cx="355794" cy="711159"/>
              <a:chOff x="0" y="0"/>
              <a:chExt cx="51877" cy="103691"/>
            </a:xfrm>
          </p:grpSpPr>
          <p:sp>
            <p:nvSpPr>
              <p:cNvPr name="Freeform 218" id="218"/>
              <p:cNvSpPr/>
              <p:nvPr/>
            </p:nvSpPr>
            <p:spPr>
              <a:xfrm flipH="false" flipV="false" rot="0">
                <a:off x="0" y="0"/>
                <a:ext cx="51877" cy="103691"/>
              </a:xfrm>
              <a:custGeom>
                <a:avLst/>
                <a:gdLst/>
                <a:ahLst/>
                <a:cxnLst/>
                <a:rect r="r" b="b" t="t" l="l"/>
                <a:pathLst>
                  <a:path h="103691" w="51877">
                    <a:moveTo>
                      <a:pt x="0" y="0"/>
                    </a:moveTo>
                    <a:lnTo>
                      <a:pt x="51877" y="0"/>
                    </a:lnTo>
                    <a:lnTo>
                      <a:pt x="51877" y="103691"/>
                    </a:lnTo>
                    <a:lnTo>
                      <a:pt x="0" y="10369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9" id="219"/>
              <p:cNvSpPr txBox="true"/>
              <p:nvPr/>
            </p:nvSpPr>
            <p:spPr>
              <a:xfrm>
                <a:off x="0" y="-38100"/>
                <a:ext cx="51877" cy="141791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220" id="220"/>
            <p:cNvGrpSpPr/>
            <p:nvPr/>
          </p:nvGrpSpPr>
          <p:grpSpPr>
            <a:xfrm rot="5400000">
              <a:off x="7809663" y="3486187"/>
              <a:ext cx="355794" cy="1722229"/>
              <a:chOff x="0" y="0"/>
              <a:chExt cx="51877" cy="251110"/>
            </a:xfrm>
          </p:grpSpPr>
          <p:sp>
            <p:nvSpPr>
              <p:cNvPr name="Freeform 221" id="221"/>
              <p:cNvSpPr/>
              <p:nvPr/>
            </p:nvSpPr>
            <p:spPr>
              <a:xfrm flipH="false" flipV="false" rot="0">
                <a:off x="0" y="0"/>
                <a:ext cx="51877" cy="251110"/>
              </a:xfrm>
              <a:custGeom>
                <a:avLst/>
                <a:gdLst/>
                <a:ahLst/>
                <a:cxnLst/>
                <a:rect r="r" b="b" t="t" l="l"/>
                <a:pathLst>
                  <a:path h="251110" w="51877">
                    <a:moveTo>
                      <a:pt x="0" y="0"/>
                    </a:moveTo>
                    <a:lnTo>
                      <a:pt x="51877" y="0"/>
                    </a:lnTo>
                    <a:lnTo>
                      <a:pt x="51877" y="251110"/>
                    </a:lnTo>
                    <a:lnTo>
                      <a:pt x="0" y="25111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22" id="222"/>
              <p:cNvSpPr txBox="true"/>
              <p:nvPr/>
            </p:nvSpPr>
            <p:spPr>
              <a:xfrm>
                <a:off x="0" y="-38100"/>
                <a:ext cx="51877" cy="289210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223" id="223"/>
            <p:cNvGrpSpPr/>
            <p:nvPr/>
          </p:nvGrpSpPr>
          <p:grpSpPr>
            <a:xfrm rot="0">
              <a:off x="5728675" y="2443238"/>
              <a:ext cx="358357" cy="1026102"/>
              <a:chOff x="0" y="0"/>
              <a:chExt cx="52250" cy="149611"/>
            </a:xfrm>
          </p:grpSpPr>
          <p:sp>
            <p:nvSpPr>
              <p:cNvPr name="Freeform 224" id="224"/>
              <p:cNvSpPr/>
              <p:nvPr/>
            </p:nvSpPr>
            <p:spPr>
              <a:xfrm flipH="false" flipV="false" rot="0">
                <a:off x="0" y="0"/>
                <a:ext cx="52250" cy="149611"/>
              </a:xfrm>
              <a:custGeom>
                <a:avLst/>
                <a:gdLst/>
                <a:ahLst/>
                <a:cxnLst/>
                <a:rect r="r" b="b" t="t" l="l"/>
                <a:pathLst>
                  <a:path h="149611" w="52250">
                    <a:moveTo>
                      <a:pt x="0" y="0"/>
                    </a:moveTo>
                    <a:lnTo>
                      <a:pt x="52250" y="0"/>
                    </a:lnTo>
                    <a:lnTo>
                      <a:pt x="52250" y="149611"/>
                    </a:lnTo>
                    <a:lnTo>
                      <a:pt x="0" y="14961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25" id="225"/>
              <p:cNvSpPr txBox="true"/>
              <p:nvPr/>
            </p:nvSpPr>
            <p:spPr>
              <a:xfrm>
                <a:off x="0" y="-38100"/>
                <a:ext cx="52250" cy="187711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226" id="226"/>
            <p:cNvGrpSpPr/>
            <p:nvPr/>
          </p:nvGrpSpPr>
          <p:grpSpPr>
            <a:xfrm rot="5400000">
              <a:off x="6955916" y="1582413"/>
              <a:ext cx="335934" cy="2062387"/>
              <a:chOff x="0" y="0"/>
              <a:chExt cx="48981" cy="300707"/>
            </a:xfrm>
          </p:grpSpPr>
          <p:sp>
            <p:nvSpPr>
              <p:cNvPr name="Freeform 227" id="227"/>
              <p:cNvSpPr/>
              <p:nvPr/>
            </p:nvSpPr>
            <p:spPr>
              <a:xfrm flipH="false" flipV="false" rot="0">
                <a:off x="0" y="0"/>
                <a:ext cx="48981" cy="300707"/>
              </a:xfrm>
              <a:custGeom>
                <a:avLst/>
                <a:gdLst/>
                <a:ahLst/>
                <a:cxnLst/>
                <a:rect r="r" b="b" t="t" l="l"/>
                <a:pathLst>
                  <a:path h="300707" w="48981">
                    <a:moveTo>
                      <a:pt x="0" y="0"/>
                    </a:moveTo>
                    <a:lnTo>
                      <a:pt x="48981" y="0"/>
                    </a:lnTo>
                    <a:lnTo>
                      <a:pt x="48981" y="300707"/>
                    </a:lnTo>
                    <a:lnTo>
                      <a:pt x="0" y="30070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28" id="228"/>
              <p:cNvSpPr txBox="true"/>
              <p:nvPr/>
            </p:nvSpPr>
            <p:spPr>
              <a:xfrm>
                <a:off x="0" y="-38100"/>
                <a:ext cx="48981" cy="338807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229" id="229"/>
            <p:cNvGrpSpPr/>
            <p:nvPr/>
          </p:nvGrpSpPr>
          <p:grpSpPr>
            <a:xfrm rot="0">
              <a:off x="7818658" y="2781574"/>
              <a:ext cx="355794" cy="711159"/>
              <a:chOff x="0" y="0"/>
              <a:chExt cx="51877" cy="103691"/>
            </a:xfrm>
          </p:grpSpPr>
          <p:sp>
            <p:nvSpPr>
              <p:cNvPr name="Freeform 230" id="230"/>
              <p:cNvSpPr/>
              <p:nvPr/>
            </p:nvSpPr>
            <p:spPr>
              <a:xfrm flipH="false" flipV="false" rot="0">
                <a:off x="0" y="0"/>
                <a:ext cx="51877" cy="103691"/>
              </a:xfrm>
              <a:custGeom>
                <a:avLst/>
                <a:gdLst/>
                <a:ahLst/>
                <a:cxnLst/>
                <a:rect r="r" b="b" t="t" l="l"/>
                <a:pathLst>
                  <a:path h="103691" w="51877">
                    <a:moveTo>
                      <a:pt x="0" y="0"/>
                    </a:moveTo>
                    <a:lnTo>
                      <a:pt x="51877" y="0"/>
                    </a:lnTo>
                    <a:lnTo>
                      <a:pt x="51877" y="103691"/>
                    </a:lnTo>
                    <a:lnTo>
                      <a:pt x="0" y="10369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31" id="231"/>
              <p:cNvSpPr txBox="true"/>
              <p:nvPr/>
            </p:nvSpPr>
            <p:spPr>
              <a:xfrm>
                <a:off x="0" y="-38100"/>
                <a:ext cx="51877" cy="141791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232" id="232"/>
            <p:cNvGrpSpPr/>
            <p:nvPr/>
          </p:nvGrpSpPr>
          <p:grpSpPr>
            <a:xfrm rot="-5400000">
              <a:off x="8152840" y="3114873"/>
              <a:ext cx="347658" cy="368403"/>
              <a:chOff x="0" y="0"/>
              <a:chExt cx="50690" cy="53715"/>
            </a:xfrm>
          </p:grpSpPr>
          <p:sp>
            <p:nvSpPr>
              <p:cNvPr name="Freeform 233" id="233"/>
              <p:cNvSpPr/>
              <p:nvPr/>
            </p:nvSpPr>
            <p:spPr>
              <a:xfrm flipH="false" flipV="false" rot="0">
                <a:off x="0" y="0"/>
                <a:ext cx="50690" cy="53715"/>
              </a:xfrm>
              <a:custGeom>
                <a:avLst/>
                <a:gdLst/>
                <a:ahLst/>
                <a:cxnLst/>
                <a:rect r="r" b="b" t="t" l="l"/>
                <a:pathLst>
                  <a:path h="53715" w="50690">
                    <a:moveTo>
                      <a:pt x="0" y="0"/>
                    </a:moveTo>
                    <a:lnTo>
                      <a:pt x="50690" y="0"/>
                    </a:lnTo>
                    <a:lnTo>
                      <a:pt x="50690" y="53715"/>
                    </a:lnTo>
                    <a:lnTo>
                      <a:pt x="0" y="5371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34" id="234"/>
              <p:cNvSpPr txBox="true"/>
              <p:nvPr/>
            </p:nvSpPr>
            <p:spPr>
              <a:xfrm>
                <a:off x="0" y="-38100"/>
                <a:ext cx="50690" cy="91815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235" id="235"/>
            <p:cNvGrpSpPr/>
            <p:nvPr/>
          </p:nvGrpSpPr>
          <p:grpSpPr>
            <a:xfrm rot="0">
              <a:off x="8501355" y="2443238"/>
              <a:ext cx="355794" cy="1387831"/>
              <a:chOff x="0" y="0"/>
              <a:chExt cx="51877" cy="202353"/>
            </a:xfrm>
          </p:grpSpPr>
          <p:sp>
            <p:nvSpPr>
              <p:cNvPr name="Freeform 236" id="236"/>
              <p:cNvSpPr/>
              <p:nvPr/>
            </p:nvSpPr>
            <p:spPr>
              <a:xfrm flipH="false" flipV="false" rot="0">
                <a:off x="0" y="0"/>
                <a:ext cx="51877" cy="202353"/>
              </a:xfrm>
              <a:custGeom>
                <a:avLst/>
                <a:gdLst/>
                <a:ahLst/>
                <a:cxnLst/>
                <a:rect r="r" b="b" t="t" l="l"/>
                <a:pathLst>
                  <a:path h="202353" w="51877">
                    <a:moveTo>
                      <a:pt x="0" y="0"/>
                    </a:moveTo>
                    <a:lnTo>
                      <a:pt x="51877" y="0"/>
                    </a:lnTo>
                    <a:lnTo>
                      <a:pt x="51877" y="202353"/>
                    </a:lnTo>
                    <a:lnTo>
                      <a:pt x="0" y="20235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37" id="237"/>
              <p:cNvSpPr txBox="true"/>
              <p:nvPr/>
            </p:nvSpPr>
            <p:spPr>
              <a:xfrm>
                <a:off x="0" y="-38100"/>
                <a:ext cx="51877" cy="240453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238" id="238"/>
            <p:cNvGrpSpPr/>
            <p:nvPr/>
          </p:nvGrpSpPr>
          <p:grpSpPr>
            <a:xfrm rot="0">
              <a:off x="9199322" y="364360"/>
              <a:ext cx="352497" cy="338122"/>
              <a:chOff x="0" y="0"/>
              <a:chExt cx="51396" cy="49300"/>
            </a:xfrm>
          </p:grpSpPr>
          <p:sp>
            <p:nvSpPr>
              <p:cNvPr name="Freeform 239" id="239"/>
              <p:cNvSpPr/>
              <p:nvPr/>
            </p:nvSpPr>
            <p:spPr>
              <a:xfrm flipH="false" flipV="false" rot="0">
                <a:off x="0" y="0"/>
                <a:ext cx="51396" cy="49300"/>
              </a:xfrm>
              <a:custGeom>
                <a:avLst/>
                <a:gdLst/>
                <a:ahLst/>
                <a:cxnLst/>
                <a:rect r="r" b="b" t="t" l="l"/>
                <a:pathLst>
                  <a:path h="49300" w="51396">
                    <a:moveTo>
                      <a:pt x="0" y="0"/>
                    </a:moveTo>
                    <a:lnTo>
                      <a:pt x="51396" y="0"/>
                    </a:lnTo>
                    <a:lnTo>
                      <a:pt x="51396" y="49300"/>
                    </a:lnTo>
                    <a:lnTo>
                      <a:pt x="0" y="49300"/>
                    </a:lnTo>
                    <a:close/>
                  </a:path>
                </a:pathLst>
              </a:custGeom>
              <a:solidFill>
                <a:srgbClr val="73379C"/>
              </a:solidFill>
            </p:spPr>
          </p:sp>
          <p:sp>
            <p:nvSpPr>
              <p:cNvPr name="TextBox 240" id="240"/>
              <p:cNvSpPr txBox="true"/>
              <p:nvPr/>
            </p:nvSpPr>
            <p:spPr>
              <a:xfrm>
                <a:off x="0" y="-38100"/>
                <a:ext cx="51396" cy="87400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241" id="241"/>
            <p:cNvGrpSpPr/>
            <p:nvPr/>
          </p:nvGrpSpPr>
          <p:grpSpPr>
            <a:xfrm rot="0">
              <a:off x="9199322" y="1057809"/>
              <a:ext cx="352497" cy="338122"/>
              <a:chOff x="0" y="0"/>
              <a:chExt cx="51396" cy="49300"/>
            </a:xfrm>
          </p:grpSpPr>
          <p:sp>
            <p:nvSpPr>
              <p:cNvPr name="Freeform 242" id="242"/>
              <p:cNvSpPr/>
              <p:nvPr/>
            </p:nvSpPr>
            <p:spPr>
              <a:xfrm flipH="false" flipV="false" rot="0">
                <a:off x="0" y="0"/>
                <a:ext cx="51396" cy="49300"/>
              </a:xfrm>
              <a:custGeom>
                <a:avLst/>
                <a:gdLst/>
                <a:ahLst/>
                <a:cxnLst/>
                <a:rect r="r" b="b" t="t" l="l"/>
                <a:pathLst>
                  <a:path h="49300" w="51396">
                    <a:moveTo>
                      <a:pt x="0" y="0"/>
                    </a:moveTo>
                    <a:lnTo>
                      <a:pt x="51396" y="0"/>
                    </a:lnTo>
                    <a:lnTo>
                      <a:pt x="51396" y="49300"/>
                    </a:lnTo>
                    <a:lnTo>
                      <a:pt x="0" y="49300"/>
                    </a:lnTo>
                    <a:close/>
                  </a:path>
                </a:pathLst>
              </a:custGeom>
              <a:solidFill>
                <a:srgbClr val="4255AE"/>
              </a:solidFill>
            </p:spPr>
          </p:sp>
          <p:sp>
            <p:nvSpPr>
              <p:cNvPr name="TextBox 243" id="243"/>
              <p:cNvSpPr txBox="true"/>
              <p:nvPr/>
            </p:nvSpPr>
            <p:spPr>
              <a:xfrm>
                <a:off x="0" y="-38100"/>
                <a:ext cx="51396" cy="87400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244" id="244"/>
            <p:cNvGrpSpPr/>
            <p:nvPr/>
          </p:nvGrpSpPr>
          <p:grpSpPr>
            <a:xfrm rot="0">
              <a:off x="9199322" y="1760560"/>
              <a:ext cx="352497" cy="338122"/>
              <a:chOff x="0" y="0"/>
              <a:chExt cx="51396" cy="49300"/>
            </a:xfrm>
          </p:grpSpPr>
          <p:sp>
            <p:nvSpPr>
              <p:cNvPr name="Freeform 245" id="245"/>
              <p:cNvSpPr/>
              <p:nvPr/>
            </p:nvSpPr>
            <p:spPr>
              <a:xfrm flipH="false" flipV="false" rot="0">
                <a:off x="0" y="0"/>
                <a:ext cx="51396" cy="49300"/>
              </a:xfrm>
              <a:custGeom>
                <a:avLst/>
                <a:gdLst/>
                <a:ahLst/>
                <a:cxnLst/>
                <a:rect r="r" b="b" t="t" l="l"/>
                <a:pathLst>
                  <a:path h="49300" w="51396">
                    <a:moveTo>
                      <a:pt x="0" y="0"/>
                    </a:moveTo>
                    <a:lnTo>
                      <a:pt x="51396" y="0"/>
                    </a:lnTo>
                    <a:lnTo>
                      <a:pt x="51396" y="49300"/>
                    </a:lnTo>
                    <a:lnTo>
                      <a:pt x="0" y="49300"/>
                    </a:lnTo>
                    <a:close/>
                  </a:path>
                </a:pathLst>
              </a:custGeom>
              <a:solidFill>
                <a:srgbClr val="3DB83E"/>
              </a:solidFill>
            </p:spPr>
          </p:sp>
          <p:sp>
            <p:nvSpPr>
              <p:cNvPr name="TextBox 246" id="246"/>
              <p:cNvSpPr txBox="true"/>
              <p:nvPr/>
            </p:nvSpPr>
            <p:spPr>
              <a:xfrm>
                <a:off x="0" y="-38100"/>
                <a:ext cx="51396" cy="87400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247" id="247"/>
            <p:cNvGrpSpPr/>
            <p:nvPr/>
          </p:nvGrpSpPr>
          <p:grpSpPr>
            <a:xfrm rot="0">
              <a:off x="9199322" y="2431990"/>
              <a:ext cx="352497" cy="352230"/>
              <a:chOff x="0" y="0"/>
              <a:chExt cx="51396" cy="51357"/>
            </a:xfrm>
          </p:grpSpPr>
          <p:sp>
            <p:nvSpPr>
              <p:cNvPr name="Freeform 248" id="248"/>
              <p:cNvSpPr/>
              <p:nvPr/>
            </p:nvSpPr>
            <p:spPr>
              <a:xfrm flipH="false" flipV="false" rot="0">
                <a:off x="0" y="0"/>
                <a:ext cx="51396" cy="51357"/>
              </a:xfrm>
              <a:custGeom>
                <a:avLst/>
                <a:gdLst/>
                <a:ahLst/>
                <a:cxnLst/>
                <a:rect r="r" b="b" t="t" l="l"/>
                <a:pathLst>
                  <a:path h="51357" w="51396">
                    <a:moveTo>
                      <a:pt x="0" y="0"/>
                    </a:moveTo>
                    <a:lnTo>
                      <a:pt x="51396" y="0"/>
                    </a:lnTo>
                    <a:lnTo>
                      <a:pt x="51396" y="51357"/>
                    </a:lnTo>
                    <a:lnTo>
                      <a:pt x="0" y="51357"/>
                    </a:lnTo>
                    <a:close/>
                  </a:path>
                </a:pathLst>
              </a:custGeom>
              <a:solidFill>
                <a:srgbClr val="E6EC2E"/>
              </a:solidFill>
            </p:spPr>
          </p:sp>
          <p:sp>
            <p:nvSpPr>
              <p:cNvPr name="TextBox 249" id="249"/>
              <p:cNvSpPr txBox="true"/>
              <p:nvPr/>
            </p:nvSpPr>
            <p:spPr>
              <a:xfrm>
                <a:off x="0" y="-38100"/>
                <a:ext cx="51396" cy="89457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250" id="250"/>
            <p:cNvGrpSpPr/>
            <p:nvPr/>
          </p:nvGrpSpPr>
          <p:grpSpPr>
            <a:xfrm rot="0">
              <a:off x="9199322" y="3472436"/>
              <a:ext cx="352497" cy="352230"/>
              <a:chOff x="0" y="0"/>
              <a:chExt cx="51396" cy="51357"/>
            </a:xfrm>
          </p:grpSpPr>
          <p:sp>
            <p:nvSpPr>
              <p:cNvPr name="Freeform 251" id="251"/>
              <p:cNvSpPr/>
              <p:nvPr/>
            </p:nvSpPr>
            <p:spPr>
              <a:xfrm flipH="false" flipV="false" rot="0">
                <a:off x="0" y="0"/>
                <a:ext cx="51396" cy="51357"/>
              </a:xfrm>
              <a:custGeom>
                <a:avLst/>
                <a:gdLst/>
                <a:ahLst/>
                <a:cxnLst/>
                <a:rect r="r" b="b" t="t" l="l"/>
                <a:pathLst>
                  <a:path h="51357" w="51396">
                    <a:moveTo>
                      <a:pt x="0" y="0"/>
                    </a:moveTo>
                    <a:lnTo>
                      <a:pt x="51396" y="0"/>
                    </a:lnTo>
                    <a:lnTo>
                      <a:pt x="51396" y="51357"/>
                    </a:lnTo>
                    <a:lnTo>
                      <a:pt x="0" y="51357"/>
                    </a:lnTo>
                    <a:close/>
                  </a:path>
                </a:pathLst>
              </a:custGeom>
              <a:solidFill>
                <a:srgbClr val="FF9000"/>
              </a:solidFill>
            </p:spPr>
          </p:sp>
          <p:sp>
            <p:nvSpPr>
              <p:cNvPr name="TextBox 252" id="252"/>
              <p:cNvSpPr txBox="true"/>
              <p:nvPr/>
            </p:nvSpPr>
            <p:spPr>
              <a:xfrm>
                <a:off x="0" y="-38100"/>
                <a:ext cx="51396" cy="89457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253" id="253"/>
            <p:cNvGrpSpPr/>
            <p:nvPr/>
          </p:nvGrpSpPr>
          <p:grpSpPr>
            <a:xfrm rot="0">
              <a:off x="9199322" y="4168937"/>
              <a:ext cx="352497" cy="352230"/>
              <a:chOff x="0" y="0"/>
              <a:chExt cx="51396" cy="51357"/>
            </a:xfrm>
          </p:grpSpPr>
          <p:sp>
            <p:nvSpPr>
              <p:cNvPr name="Freeform 254" id="254"/>
              <p:cNvSpPr/>
              <p:nvPr/>
            </p:nvSpPr>
            <p:spPr>
              <a:xfrm flipH="false" flipV="false" rot="0">
                <a:off x="0" y="0"/>
                <a:ext cx="51396" cy="51357"/>
              </a:xfrm>
              <a:custGeom>
                <a:avLst/>
                <a:gdLst/>
                <a:ahLst/>
                <a:cxnLst/>
                <a:rect r="r" b="b" t="t" l="l"/>
                <a:pathLst>
                  <a:path h="51357" w="51396">
                    <a:moveTo>
                      <a:pt x="0" y="0"/>
                    </a:moveTo>
                    <a:lnTo>
                      <a:pt x="51396" y="0"/>
                    </a:lnTo>
                    <a:lnTo>
                      <a:pt x="51396" y="51357"/>
                    </a:lnTo>
                    <a:lnTo>
                      <a:pt x="0" y="51357"/>
                    </a:lnTo>
                    <a:close/>
                  </a:path>
                </a:pathLst>
              </a:custGeom>
              <a:solidFill>
                <a:srgbClr val="ED1F2E"/>
              </a:solidFill>
            </p:spPr>
          </p:sp>
          <p:sp>
            <p:nvSpPr>
              <p:cNvPr name="TextBox 255" id="255"/>
              <p:cNvSpPr txBox="true"/>
              <p:nvPr/>
            </p:nvSpPr>
            <p:spPr>
              <a:xfrm>
                <a:off x="0" y="-38100"/>
                <a:ext cx="51396" cy="89457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256" id="256"/>
            <p:cNvGrpSpPr/>
            <p:nvPr/>
          </p:nvGrpSpPr>
          <p:grpSpPr>
            <a:xfrm rot="0">
              <a:off x="9216527" y="2850915"/>
              <a:ext cx="352497" cy="572475"/>
              <a:chOff x="0" y="0"/>
              <a:chExt cx="51396" cy="83470"/>
            </a:xfrm>
          </p:grpSpPr>
          <p:sp>
            <p:nvSpPr>
              <p:cNvPr name="Freeform 257" id="257"/>
              <p:cNvSpPr/>
              <p:nvPr/>
            </p:nvSpPr>
            <p:spPr>
              <a:xfrm flipH="false" flipV="false" rot="0">
                <a:off x="0" y="0"/>
                <a:ext cx="51396" cy="83470"/>
              </a:xfrm>
              <a:custGeom>
                <a:avLst/>
                <a:gdLst/>
                <a:ahLst/>
                <a:cxnLst/>
                <a:rect r="r" b="b" t="t" l="l"/>
                <a:pathLst>
                  <a:path h="83470" w="51396">
                    <a:moveTo>
                      <a:pt x="0" y="0"/>
                    </a:moveTo>
                    <a:lnTo>
                      <a:pt x="51396" y="0"/>
                    </a:lnTo>
                    <a:lnTo>
                      <a:pt x="51396" y="83470"/>
                    </a:lnTo>
                    <a:lnTo>
                      <a:pt x="0" y="83470"/>
                    </a:lnTo>
                    <a:close/>
                  </a:path>
                </a:pathLst>
              </a:custGeom>
              <a:solidFill>
                <a:srgbClr val="F6F6F1"/>
              </a:solidFill>
            </p:spPr>
          </p:sp>
          <p:sp>
            <p:nvSpPr>
              <p:cNvPr name="TextBox 258" id="258"/>
              <p:cNvSpPr txBox="true"/>
              <p:nvPr/>
            </p:nvSpPr>
            <p:spPr>
              <a:xfrm>
                <a:off x="0" y="-38100"/>
                <a:ext cx="51396" cy="121570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259" id="259"/>
            <p:cNvGrpSpPr/>
            <p:nvPr/>
          </p:nvGrpSpPr>
          <p:grpSpPr>
            <a:xfrm rot="0">
              <a:off x="901267" y="2431990"/>
              <a:ext cx="332596" cy="349584"/>
              <a:chOff x="0" y="0"/>
              <a:chExt cx="70751" cy="74365"/>
            </a:xfrm>
          </p:grpSpPr>
          <p:sp>
            <p:nvSpPr>
              <p:cNvPr name="Freeform 260" id="260"/>
              <p:cNvSpPr/>
              <p:nvPr/>
            </p:nvSpPr>
            <p:spPr>
              <a:xfrm flipH="false" flipV="false" rot="0">
                <a:off x="0" y="0"/>
                <a:ext cx="70751" cy="74365"/>
              </a:xfrm>
              <a:custGeom>
                <a:avLst/>
                <a:gdLst/>
                <a:ahLst/>
                <a:cxnLst/>
                <a:rect r="r" b="b" t="t" l="l"/>
                <a:pathLst>
                  <a:path h="74365" w="70751">
                    <a:moveTo>
                      <a:pt x="0" y="0"/>
                    </a:moveTo>
                    <a:lnTo>
                      <a:pt x="70751" y="0"/>
                    </a:lnTo>
                    <a:lnTo>
                      <a:pt x="70751" y="74365"/>
                    </a:lnTo>
                    <a:lnTo>
                      <a:pt x="0" y="74365"/>
                    </a:lnTo>
                    <a:close/>
                  </a:path>
                </a:pathLst>
              </a:custGeom>
              <a:solidFill>
                <a:srgbClr val="C7C1BF"/>
              </a:solidFill>
            </p:spPr>
          </p:sp>
          <p:sp>
            <p:nvSpPr>
              <p:cNvPr name="TextBox 261" id="261"/>
              <p:cNvSpPr txBox="true"/>
              <p:nvPr/>
            </p:nvSpPr>
            <p:spPr>
              <a:xfrm>
                <a:off x="0" y="-47625"/>
                <a:ext cx="70751" cy="121990"/>
              </a:xfrm>
              <a:prstGeom prst="rect">
                <a:avLst/>
              </a:prstGeom>
            </p:spPr>
            <p:txBody>
              <a:bodyPr anchor="ctr" rtlCol="false" tIns="61594" lIns="61594" bIns="61594" rIns="61594"/>
              <a:lstStyle/>
              <a:p>
                <a:pPr algn="ctr">
                  <a:lnSpc>
                    <a:spcPts val="2037"/>
                  </a:lnSpc>
                </a:pPr>
              </a:p>
            </p:txBody>
          </p:sp>
        </p:grpSp>
        <p:sp>
          <p:nvSpPr>
            <p:cNvPr name="Freeform 262" id="262"/>
            <p:cNvSpPr/>
            <p:nvPr/>
          </p:nvSpPr>
          <p:spPr>
            <a:xfrm flipH="false" flipV="false" rot="0">
              <a:off x="899718" y="20200"/>
              <a:ext cx="4507993" cy="4507993"/>
            </a:xfrm>
            <a:custGeom>
              <a:avLst/>
              <a:gdLst/>
              <a:ahLst/>
              <a:cxnLst/>
              <a:rect r="r" b="b" t="t" l="l"/>
              <a:pathLst>
                <a:path h="4507993" w="4507993">
                  <a:moveTo>
                    <a:pt x="0" y="0"/>
                  </a:moveTo>
                  <a:lnTo>
                    <a:pt x="4507993" y="0"/>
                  </a:lnTo>
                  <a:lnTo>
                    <a:pt x="4507993" y="4507992"/>
                  </a:lnTo>
                  <a:lnTo>
                    <a:pt x="0" y="4507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63" id="263"/>
            <p:cNvSpPr/>
            <p:nvPr/>
          </p:nvSpPr>
          <p:spPr>
            <a:xfrm flipH="false" flipV="false" rot="0">
              <a:off x="4698444" y="20200"/>
              <a:ext cx="4507993" cy="4507993"/>
            </a:xfrm>
            <a:custGeom>
              <a:avLst/>
              <a:gdLst/>
              <a:ahLst/>
              <a:cxnLst/>
              <a:rect r="r" b="b" t="t" l="l"/>
              <a:pathLst>
                <a:path h="4507993" w="4507993">
                  <a:moveTo>
                    <a:pt x="0" y="0"/>
                  </a:moveTo>
                  <a:lnTo>
                    <a:pt x="4507992" y="0"/>
                  </a:lnTo>
                  <a:lnTo>
                    <a:pt x="4507992" y="4507992"/>
                  </a:lnTo>
                  <a:lnTo>
                    <a:pt x="0" y="4507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264" id="264"/>
            <p:cNvGrpSpPr/>
            <p:nvPr/>
          </p:nvGrpSpPr>
          <p:grpSpPr>
            <a:xfrm rot="0">
              <a:off x="893039" y="17205"/>
              <a:ext cx="349051" cy="4814726"/>
              <a:chOff x="0" y="0"/>
              <a:chExt cx="50894" cy="702013"/>
            </a:xfrm>
          </p:grpSpPr>
          <p:sp>
            <p:nvSpPr>
              <p:cNvPr name="Freeform 265" id="265"/>
              <p:cNvSpPr/>
              <p:nvPr/>
            </p:nvSpPr>
            <p:spPr>
              <a:xfrm flipH="false" flipV="false" rot="0">
                <a:off x="0" y="0"/>
                <a:ext cx="50894" cy="702013"/>
              </a:xfrm>
              <a:custGeom>
                <a:avLst/>
                <a:gdLst/>
                <a:ahLst/>
                <a:cxnLst/>
                <a:rect r="r" b="b" t="t" l="l"/>
                <a:pathLst>
                  <a:path h="702013" w="50894">
                    <a:moveTo>
                      <a:pt x="0" y="0"/>
                    </a:moveTo>
                    <a:lnTo>
                      <a:pt x="50894" y="0"/>
                    </a:lnTo>
                    <a:lnTo>
                      <a:pt x="50894" y="702013"/>
                    </a:lnTo>
                    <a:lnTo>
                      <a:pt x="0" y="702013"/>
                    </a:lnTo>
                    <a:close/>
                  </a:path>
                </a:pathLst>
              </a:custGeom>
              <a:solidFill>
                <a:srgbClr val="C7C1BF"/>
              </a:solidFill>
            </p:spPr>
          </p:sp>
          <p:sp>
            <p:nvSpPr>
              <p:cNvPr name="TextBox 266" id="266"/>
              <p:cNvSpPr txBox="true"/>
              <p:nvPr/>
            </p:nvSpPr>
            <p:spPr>
              <a:xfrm>
                <a:off x="0" y="-38100"/>
                <a:ext cx="50894" cy="740113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267" id="267"/>
            <p:cNvGrpSpPr/>
            <p:nvPr/>
          </p:nvGrpSpPr>
          <p:grpSpPr>
            <a:xfrm rot="5400000">
              <a:off x="4870249" y="-3960004"/>
              <a:ext cx="364360" cy="8284369"/>
              <a:chOff x="0" y="0"/>
              <a:chExt cx="53126" cy="1207906"/>
            </a:xfrm>
          </p:grpSpPr>
          <p:sp>
            <p:nvSpPr>
              <p:cNvPr name="Freeform 268" id="268"/>
              <p:cNvSpPr/>
              <p:nvPr/>
            </p:nvSpPr>
            <p:spPr>
              <a:xfrm flipH="false" flipV="false" rot="0">
                <a:off x="0" y="0"/>
                <a:ext cx="53126" cy="1207906"/>
              </a:xfrm>
              <a:custGeom>
                <a:avLst/>
                <a:gdLst/>
                <a:ahLst/>
                <a:cxnLst/>
                <a:rect r="r" b="b" t="t" l="l"/>
                <a:pathLst>
                  <a:path h="1207906" w="53126">
                    <a:moveTo>
                      <a:pt x="0" y="0"/>
                    </a:moveTo>
                    <a:lnTo>
                      <a:pt x="53126" y="0"/>
                    </a:lnTo>
                    <a:lnTo>
                      <a:pt x="53126" y="1207906"/>
                    </a:lnTo>
                    <a:lnTo>
                      <a:pt x="0" y="1207906"/>
                    </a:lnTo>
                    <a:close/>
                  </a:path>
                </a:pathLst>
              </a:custGeom>
              <a:solidFill>
                <a:srgbClr val="C7C1BF"/>
              </a:solidFill>
            </p:spPr>
          </p:sp>
          <p:sp>
            <p:nvSpPr>
              <p:cNvPr name="TextBox 269" id="269"/>
              <p:cNvSpPr txBox="true"/>
              <p:nvPr/>
            </p:nvSpPr>
            <p:spPr>
              <a:xfrm>
                <a:off x="0" y="-38100"/>
                <a:ext cx="53126" cy="1246006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  <p:sp>
          <p:nvSpPr>
            <p:cNvPr name="TextBox 270" id="270"/>
            <p:cNvSpPr txBox="true"/>
            <p:nvPr/>
          </p:nvSpPr>
          <p:spPr>
            <a:xfrm rot="0">
              <a:off x="0" y="2351514"/>
              <a:ext cx="822668" cy="468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Start</a:t>
              </a:r>
            </a:p>
          </p:txBody>
        </p:sp>
        <p:grpSp>
          <p:nvGrpSpPr>
            <p:cNvPr name="Group 271" id="271"/>
            <p:cNvGrpSpPr/>
            <p:nvPr/>
          </p:nvGrpSpPr>
          <p:grpSpPr>
            <a:xfrm rot="0">
              <a:off x="901267" y="2445639"/>
              <a:ext cx="332596" cy="338581"/>
              <a:chOff x="0" y="0"/>
              <a:chExt cx="48494" cy="49367"/>
            </a:xfrm>
          </p:grpSpPr>
          <p:sp>
            <p:nvSpPr>
              <p:cNvPr name="Freeform 272" id="272"/>
              <p:cNvSpPr/>
              <p:nvPr/>
            </p:nvSpPr>
            <p:spPr>
              <a:xfrm flipH="false" flipV="false" rot="0">
                <a:off x="0" y="0"/>
                <a:ext cx="48494" cy="49367"/>
              </a:xfrm>
              <a:custGeom>
                <a:avLst/>
                <a:gdLst/>
                <a:ahLst/>
                <a:cxnLst/>
                <a:rect r="r" b="b" t="t" l="l"/>
                <a:pathLst>
                  <a:path h="49367" w="48494">
                    <a:moveTo>
                      <a:pt x="0" y="0"/>
                    </a:moveTo>
                    <a:lnTo>
                      <a:pt x="48494" y="0"/>
                    </a:lnTo>
                    <a:lnTo>
                      <a:pt x="48494" y="49367"/>
                    </a:lnTo>
                    <a:lnTo>
                      <a:pt x="0" y="49367"/>
                    </a:lnTo>
                    <a:close/>
                  </a:path>
                </a:pathLst>
              </a:custGeom>
              <a:solidFill>
                <a:srgbClr val="E8440B"/>
              </a:solidFill>
            </p:spPr>
          </p:sp>
          <p:sp>
            <p:nvSpPr>
              <p:cNvPr name="TextBox 273" id="273"/>
              <p:cNvSpPr txBox="true"/>
              <p:nvPr/>
            </p:nvSpPr>
            <p:spPr>
              <a:xfrm>
                <a:off x="0" y="-38100"/>
                <a:ext cx="48494" cy="87467"/>
              </a:xfrm>
              <a:prstGeom prst="rect">
                <a:avLst/>
              </a:prstGeom>
            </p:spPr>
            <p:txBody>
              <a:bodyPr anchor="ctr" rtlCol="false" tIns="89864" lIns="89864" bIns="89864" rIns="89864"/>
              <a:lstStyle/>
              <a:p>
                <a:pPr algn="ctr">
                  <a:lnSpc>
                    <a:spcPts val="1559"/>
                  </a:lnSpc>
                </a:pPr>
              </a:p>
            </p:txBody>
          </p:sp>
        </p:grpSp>
      </p:grpSp>
      <p:sp>
        <p:nvSpPr>
          <p:cNvPr name="TextBox 274" id="274"/>
          <p:cNvSpPr txBox="true"/>
          <p:nvPr/>
        </p:nvSpPr>
        <p:spPr>
          <a:xfrm rot="0">
            <a:off x="534212" y="1328867"/>
            <a:ext cx="5834982" cy="358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2"/>
              </a:lnSpc>
            </a:pPr>
            <a:r>
              <a:rPr lang="en-US" sz="200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 dürfen nur </a:t>
            </a:r>
            <a:r>
              <a:rPr lang="en-US" sz="200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weiße</a:t>
            </a:r>
            <a:r>
              <a:rPr lang="en-US" sz="200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Felder belegt werden!</a:t>
            </a:r>
          </a:p>
        </p:txBody>
      </p:sp>
      <p:sp>
        <p:nvSpPr>
          <p:cNvPr name="TextBox 275" id="275"/>
          <p:cNvSpPr txBox="true"/>
          <p:nvPr/>
        </p:nvSpPr>
        <p:spPr>
          <a:xfrm rot="0">
            <a:off x="-357632" y="10365148"/>
            <a:ext cx="7560000" cy="182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2"/>
              </a:lnSpc>
              <a:spcBef>
                <a:spcPct val="0"/>
              </a:spcBef>
            </a:pPr>
            <a:r>
              <a:rPr lang="en-US" sz="120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© 2026 vom Digitallabor Münster ist lizensiert unter CC BY-NC-SA 4.0.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DAG17nSlKqQ</dc:identifier>
  <dcterms:modified xsi:type="dcterms:W3CDTF">2011-08-01T06:04:30Z</dcterms:modified>
  <cp:revision>1</cp:revision>
  <dc:title>OER Station 4 - Rätsel - A4</dc:title>
</cp:coreProperties>
</file>