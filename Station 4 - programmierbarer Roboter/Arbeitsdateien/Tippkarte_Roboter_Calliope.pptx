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1404600" cy="8166100"/>
  <p:notesSz cx="6858000" cy="9144000"/>
  <p:embeddedFontLst>
    <p:embeddedFont>
      <p:font typeface="Poppins Bold" charset="1" panose="00000800000000000000"/>
      <p:regular r:id="rId12"/>
    </p:embeddedFont>
    <p:embeddedFont>
      <p:font typeface="Poppins" charset="1" panose="00000500000000000000"/>
      <p:regular r:id="rId13"/>
    </p:embeddedFont>
    <p:embeddedFont>
      <p:font typeface="Poppins Bold Italics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102745">
            <a:off x="8047647" y="1173642"/>
            <a:ext cx="2429956" cy="2204359"/>
            <a:chOff x="0" y="0"/>
            <a:chExt cx="3239941" cy="2939146"/>
          </a:xfrm>
        </p:grpSpPr>
        <p:sp>
          <p:nvSpPr>
            <p:cNvPr name="Freeform 3" id="3"/>
            <p:cNvSpPr/>
            <p:nvPr/>
          </p:nvSpPr>
          <p:spPr>
            <a:xfrm flipH="false" flipV="false" rot="7122513">
              <a:off x="2191463" y="1875382"/>
              <a:ext cx="870657" cy="921330"/>
            </a:xfrm>
            <a:custGeom>
              <a:avLst/>
              <a:gdLst/>
              <a:ahLst/>
              <a:cxnLst/>
              <a:rect r="r" b="b" t="t" l="l"/>
              <a:pathLst>
                <a:path h="921330" w="870657">
                  <a:moveTo>
                    <a:pt x="0" y="0"/>
                  </a:moveTo>
                  <a:lnTo>
                    <a:pt x="870657" y="0"/>
                  </a:lnTo>
                  <a:lnTo>
                    <a:pt x="870657" y="921331"/>
                  </a:lnTo>
                  <a:lnTo>
                    <a:pt x="0" y="921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123526">
              <a:off x="46988" y="40695"/>
              <a:ext cx="2313324" cy="2657461"/>
            </a:xfrm>
            <a:custGeom>
              <a:avLst/>
              <a:gdLst/>
              <a:ahLst/>
              <a:cxnLst/>
              <a:rect r="r" b="b" t="t" l="l"/>
              <a:pathLst>
                <a:path h="2657461" w="2313324">
                  <a:moveTo>
                    <a:pt x="0" y="0"/>
                  </a:moveTo>
                  <a:lnTo>
                    <a:pt x="2313324" y="0"/>
                  </a:lnTo>
                  <a:lnTo>
                    <a:pt x="2313324" y="2657461"/>
                  </a:lnTo>
                  <a:lnTo>
                    <a:pt x="0" y="2657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512618" y="7162316"/>
            <a:ext cx="2898332" cy="944911"/>
          </a:xfrm>
          <a:custGeom>
            <a:avLst/>
            <a:gdLst/>
            <a:ahLst/>
            <a:cxnLst/>
            <a:rect r="r" b="b" t="t" l="l"/>
            <a:pathLst>
              <a:path h="944911" w="2898332">
                <a:moveTo>
                  <a:pt x="0" y="0"/>
                </a:moveTo>
                <a:lnTo>
                  <a:pt x="2898332" y="0"/>
                </a:lnTo>
                <a:lnTo>
                  <a:pt x="2898332" y="944910"/>
                </a:lnTo>
                <a:lnTo>
                  <a:pt x="0" y="94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291" y="5833674"/>
            <a:ext cx="7316381" cy="1328641"/>
          </a:xfrm>
          <a:custGeom>
            <a:avLst/>
            <a:gdLst/>
            <a:ahLst/>
            <a:cxnLst/>
            <a:rect r="r" b="b" t="t" l="l"/>
            <a:pathLst>
              <a:path h="1328641" w="7316381">
                <a:moveTo>
                  <a:pt x="0" y="0"/>
                </a:moveTo>
                <a:lnTo>
                  <a:pt x="7316381" y="0"/>
                </a:lnTo>
                <a:lnTo>
                  <a:pt x="7316381" y="1328642"/>
                </a:lnTo>
                <a:lnTo>
                  <a:pt x="0" y="1328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176" t="0" r="-2918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8338" y="5870306"/>
            <a:ext cx="7087334" cy="121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Programmierbarer Roboter Calliope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89041" y="1411336"/>
            <a:ext cx="4957778" cy="782807"/>
            <a:chOff x="0" y="0"/>
            <a:chExt cx="6610370" cy="10437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10370" cy="1043743"/>
            </a:xfrm>
            <a:custGeom>
              <a:avLst/>
              <a:gdLst/>
              <a:ahLst/>
              <a:cxnLst/>
              <a:rect r="r" b="b" t="t" l="l"/>
              <a:pathLst>
                <a:path h="1043743" w="6610370">
                  <a:moveTo>
                    <a:pt x="0" y="0"/>
                  </a:moveTo>
                  <a:lnTo>
                    <a:pt x="6610370" y="0"/>
                  </a:lnTo>
                  <a:lnTo>
                    <a:pt x="6610370" y="1043743"/>
                  </a:lnTo>
                  <a:lnTo>
                    <a:pt x="0" y="1043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6403" y="89469"/>
              <a:ext cx="5751795" cy="826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4"/>
                </a:lnSpc>
              </a:pPr>
              <a:r>
                <a:rPr lang="en-US" b="true" sz="3903">
                  <a:solidFill>
                    <a:srgbClr val="001D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Der Lichtschalter    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7778" y="3768288"/>
            <a:ext cx="1604940" cy="72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b="true" sz="44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Tipp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776688"/>
            <a:ext cx="8257554" cy="21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5"/>
              </a:lnSpc>
              <a:spcBef>
                <a:spcPct val="0"/>
              </a:spcBef>
            </a:pPr>
            <a:r>
              <a:rPr lang="en-US" sz="15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0196" y="435815"/>
            <a:ext cx="2950558" cy="67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b="true" sz="4211" i="true">
                <a:solidFill>
                  <a:srgbClr val="02BBD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Tipp 1: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3966" y="2872703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3966" y="4258325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2911" y="331168"/>
            <a:ext cx="10945127" cy="7510114"/>
            <a:chOff x="0" y="0"/>
            <a:chExt cx="3527037" cy="2420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27037" cy="2420114"/>
            </a:xfrm>
            <a:custGeom>
              <a:avLst/>
              <a:gdLst/>
              <a:ahLst/>
              <a:cxnLst/>
              <a:rect r="r" b="b" t="t" l="l"/>
              <a:pathLst>
                <a:path h="2420114" w="3527037">
                  <a:moveTo>
                    <a:pt x="0" y="0"/>
                  </a:moveTo>
                  <a:lnTo>
                    <a:pt x="3527037" y="0"/>
                  </a:lnTo>
                  <a:lnTo>
                    <a:pt x="3527037" y="2420114"/>
                  </a:lnTo>
                  <a:lnTo>
                    <a:pt x="0" y="24201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527037" cy="2448689"/>
            </a:xfrm>
            <a:prstGeom prst="rect">
              <a:avLst/>
            </a:prstGeom>
          </p:spPr>
          <p:txBody>
            <a:bodyPr anchor="ctr" rtlCol="false" tIns="17719" lIns="17719" bIns="17719" rIns="17719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441798" y="6949216"/>
            <a:ext cx="2736240" cy="892066"/>
          </a:xfrm>
          <a:custGeom>
            <a:avLst/>
            <a:gdLst/>
            <a:ahLst/>
            <a:cxnLst/>
            <a:rect r="r" b="b" t="t" l="l"/>
            <a:pathLst>
              <a:path h="892066" w="2736240">
                <a:moveTo>
                  <a:pt x="0" y="0"/>
                </a:moveTo>
                <a:lnTo>
                  <a:pt x="2736241" y="0"/>
                </a:lnTo>
                <a:lnTo>
                  <a:pt x="2736241" y="892066"/>
                </a:lnTo>
                <a:lnTo>
                  <a:pt x="0" y="89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29147" y="3234798"/>
            <a:ext cx="4410134" cy="51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  <a:spcBef>
                <a:spcPct val="0"/>
              </a:spcBef>
            </a:pPr>
            <a:r>
              <a:rPr lang="en-US" b="true" sz="32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Tempo: 30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9147" y="3959505"/>
            <a:ext cx="4410134" cy="51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  <a:spcBef>
                <a:spcPct val="0"/>
              </a:spcBef>
            </a:pPr>
            <a:r>
              <a:rPr lang="en-US" b="true" sz="327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Dauer: 700 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9147" y="932008"/>
            <a:ext cx="7907335" cy="121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00BBD2"/>
                </a:solidFill>
                <a:latin typeface="Poppins Bold"/>
                <a:ea typeface="Poppins Bold"/>
                <a:cs typeface="Poppins Bold"/>
                <a:sym typeface="Poppins Bold"/>
              </a:rPr>
              <a:t>Das Tempo und die Dauer für eine 90° Drehung</a:t>
            </a:r>
          </a:p>
        </p:txBody>
      </p:sp>
      <p:grpSp>
        <p:nvGrpSpPr>
          <p:cNvPr name="Group 12" id="12"/>
          <p:cNvGrpSpPr/>
          <p:nvPr/>
        </p:nvGrpSpPr>
        <p:grpSpPr>
          <a:xfrm rot="739832">
            <a:off x="8458409" y="1524425"/>
            <a:ext cx="2220053" cy="2013944"/>
            <a:chOff x="0" y="0"/>
            <a:chExt cx="2960071" cy="2685258"/>
          </a:xfrm>
        </p:grpSpPr>
        <p:sp>
          <p:nvSpPr>
            <p:cNvPr name="Freeform 13" id="13"/>
            <p:cNvSpPr/>
            <p:nvPr/>
          </p:nvSpPr>
          <p:spPr>
            <a:xfrm flipH="false" flipV="false" rot="7122513">
              <a:off x="2002161" y="1713384"/>
              <a:ext cx="795449" cy="841745"/>
            </a:xfrm>
            <a:custGeom>
              <a:avLst/>
              <a:gdLst/>
              <a:ahLst/>
              <a:cxnLst/>
              <a:rect r="r" b="b" t="t" l="l"/>
              <a:pathLst>
                <a:path h="841745" w="795449">
                  <a:moveTo>
                    <a:pt x="0" y="0"/>
                  </a:moveTo>
                  <a:lnTo>
                    <a:pt x="795449" y="0"/>
                  </a:lnTo>
                  <a:lnTo>
                    <a:pt x="795449" y="841745"/>
                  </a:lnTo>
                  <a:lnTo>
                    <a:pt x="0" y="841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123526">
              <a:off x="42929" y="37180"/>
              <a:ext cx="2113496" cy="2427906"/>
            </a:xfrm>
            <a:custGeom>
              <a:avLst/>
              <a:gdLst/>
              <a:ahLst/>
              <a:cxnLst/>
              <a:rect r="r" b="b" t="t" l="l"/>
              <a:pathLst>
                <a:path h="2427906" w="2113496">
                  <a:moveTo>
                    <a:pt x="0" y="0"/>
                  </a:moveTo>
                  <a:lnTo>
                    <a:pt x="2113496" y="0"/>
                  </a:lnTo>
                  <a:lnTo>
                    <a:pt x="2113496" y="2427905"/>
                  </a:lnTo>
                  <a:lnTo>
                    <a:pt x="0" y="242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102745">
            <a:off x="8047647" y="1173642"/>
            <a:ext cx="2429956" cy="2204359"/>
            <a:chOff x="0" y="0"/>
            <a:chExt cx="3239941" cy="2939146"/>
          </a:xfrm>
        </p:grpSpPr>
        <p:sp>
          <p:nvSpPr>
            <p:cNvPr name="Freeform 3" id="3"/>
            <p:cNvSpPr/>
            <p:nvPr/>
          </p:nvSpPr>
          <p:spPr>
            <a:xfrm flipH="false" flipV="false" rot="7122513">
              <a:off x="2191463" y="1875382"/>
              <a:ext cx="870657" cy="921330"/>
            </a:xfrm>
            <a:custGeom>
              <a:avLst/>
              <a:gdLst/>
              <a:ahLst/>
              <a:cxnLst/>
              <a:rect r="r" b="b" t="t" l="l"/>
              <a:pathLst>
                <a:path h="921330" w="870657">
                  <a:moveTo>
                    <a:pt x="0" y="0"/>
                  </a:moveTo>
                  <a:lnTo>
                    <a:pt x="870657" y="0"/>
                  </a:lnTo>
                  <a:lnTo>
                    <a:pt x="870657" y="921331"/>
                  </a:lnTo>
                  <a:lnTo>
                    <a:pt x="0" y="921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123526">
              <a:off x="46988" y="40695"/>
              <a:ext cx="2313324" cy="2657461"/>
            </a:xfrm>
            <a:custGeom>
              <a:avLst/>
              <a:gdLst/>
              <a:ahLst/>
              <a:cxnLst/>
              <a:rect r="r" b="b" t="t" l="l"/>
              <a:pathLst>
                <a:path h="2657461" w="2313324">
                  <a:moveTo>
                    <a:pt x="0" y="0"/>
                  </a:moveTo>
                  <a:lnTo>
                    <a:pt x="2313324" y="0"/>
                  </a:lnTo>
                  <a:lnTo>
                    <a:pt x="2313324" y="2657461"/>
                  </a:lnTo>
                  <a:lnTo>
                    <a:pt x="0" y="2657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512618" y="7162316"/>
            <a:ext cx="2898332" cy="944911"/>
          </a:xfrm>
          <a:custGeom>
            <a:avLst/>
            <a:gdLst/>
            <a:ahLst/>
            <a:cxnLst/>
            <a:rect r="r" b="b" t="t" l="l"/>
            <a:pathLst>
              <a:path h="944911" w="2898332">
                <a:moveTo>
                  <a:pt x="0" y="0"/>
                </a:moveTo>
                <a:lnTo>
                  <a:pt x="2898332" y="0"/>
                </a:lnTo>
                <a:lnTo>
                  <a:pt x="2898332" y="944910"/>
                </a:lnTo>
                <a:lnTo>
                  <a:pt x="0" y="94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291" y="5833674"/>
            <a:ext cx="7316381" cy="1328641"/>
          </a:xfrm>
          <a:custGeom>
            <a:avLst/>
            <a:gdLst/>
            <a:ahLst/>
            <a:cxnLst/>
            <a:rect r="r" b="b" t="t" l="l"/>
            <a:pathLst>
              <a:path h="1328641" w="7316381">
                <a:moveTo>
                  <a:pt x="0" y="0"/>
                </a:moveTo>
                <a:lnTo>
                  <a:pt x="7316381" y="0"/>
                </a:lnTo>
                <a:lnTo>
                  <a:pt x="7316381" y="1328642"/>
                </a:lnTo>
                <a:lnTo>
                  <a:pt x="0" y="1328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176" t="0" r="-2918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8338" y="5870306"/>
            <a:ext cx="7087334" cy="121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Programmierbarer Roboter Calliope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89041" y="1411336"/>
            <a:ext cx="4957778" cy="782807"/>
            <a:chOff x="0" y="0"/>
            <a:chExt cx="6610370" cy="10437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10370" cy="1043743"/>
            </a:xfrm>
            <a:custGeom>
              <a:avLst/>
              <a:gdLst/>
              <a:ahLst/>
              <a:cxnLst/>
              <a:rect r="r" b="b" t="t" l="l"/>
              <a:pathLst>
                <a:path h="1043743" w="6610370">
                  <a:moveTo>
                    <a:pt x="0" y="0"/>
                  </a:moveTo>
                  <a:lnTo>
                    <a:pt x="6610370" y="0"/>
                  </a:lnTo>
                  <a:lnTo>
                    <a:pt x="6610370" y="1043743"/>
                  </a:lnTo>
                  <a:lnTo>
                    <a:pt x="0" y="1043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6403" y="89469"/>
              <a:ext cx="5751795" cy="826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4"/>
                </a:lnSpc>
              </a:pPr>
              <a:r>
                <a:rPr lang="en-US" b="true" sz="3903">
                  <a:solidFill>
                    <a:srgbClr val="001D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Der Lichtschalter    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7778" y="3768288"/>
            <a:ext cx="1714669" cy="72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b="true" sz="44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Tipp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776688"/>
            <a:ext cx="8257554" cy="21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5"/>
              </a:lnSpc>
              <a:spcBef>
                <a:spcPct val="0"/>
              </a:spcBef>
            </a:pPr>
            <a:r>
              <a:rPr lang="en-US" sz="15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0196" y="435815"/>
            <a:ext cx="2950558" cy="67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b="true" sz="4211" i="true">
                <a:solidFill>
                  <a:srgbClr val="02BBD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Tipp 1: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3966" y="2872703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3966" y="4258325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41798" y="6949216"/>
            <a:ext cx="2736240" cy="892066"/>
          </a:xfrm>
          <a:custGeom>
            <a:avLst/>
            <a:gdLst/>
            <a:ahLst/>
            <a:cxnLst/>
            <a:rect r="r" b="b" t="t" l="l"/>
            <a:pathLst>
              <a:path h="892066" w="2736240">
                <a:moveTo>
                  <a:pt x="0" y="0"/>
                </a:moveTo>
                <a:lnTo>
                  <a:pt x="2736241" y="0"/>
                </a:lnTo>
                <a:lnTo>
                  <a:pt x="2736241" y="892066"/>
                </a:lnTo>
                <a:lnTo>
                  <a:pt x="0" y="89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2911" y="331168"/>
            <a:ext cx="10945127" cy="7510114"/>
            <a:chOff x="0" y="0"/>
            <a:chExt cx="3527037" cy="24201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27037" cy="2420114"/>
            </a:xfrm>
            <a:custGeom>
              <a:avLst/>
              <a:gdLst/>
              <a:ahLst/>
              <a:cxnLst/>
              <a:rect r="r" b="b" t="t" l="l"/>
              <a:pathLst>
                <a:path h="2420114" w="3527037">
                  <a:moveTo>
                    <a:pt x="0" y="0"/>
                  </a:moveTo>
                  <a:lnTo>
                    <a:pt x="3527037" y="0"/>
                  </a:lnTo>
                  <a:lnTo>
                    <a:pt x="3527037" y="2420114"/>
                  </a:lnTo>
                  <a:lnTo>
                    <a:pt x="0" y="24201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527037" cy="2448689"/>
            </a:xfrm>
            <a:prstGeom prst="rect">
              <a:avLst/>
            </a:prstGeom>
          </p:spPr>
          <p:txBody>
            <a:bodyPr anchor="ctr" rtlCol="false" tIns="17719" lIns="17719" bIns="17719" rIns="17719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9147" y="932008"/>
            <a:ext cx="7907335" cy="6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00BBD2"/>
                </a:solidFill>
                <a:latin typeface="Poppins Bold"/>
                <a:ea typeface="Poppins Bold"/>
                <a:cs typeface="Poppins Bold"/>
                <a:sym typeface="Poppins Bold"/>
              </a:rPr>
              <a:t>Code für eine Linksdrehung</a:t>
            </a:r>
          </a:p>
        </p:txBody>
      </p:sp>
      <p:grpSp>
        <p:nvGrpSpPr>
          <p:cNvPr name="Group 10" id="10"/>
          <p:cNvGrpSpPr/>
          <p:nvPr/>
        </p:nvGrpSpPr>
        <p:grpSpPr>
          <a:xfrm rot="739832">
            <a:off x="8453827" y="1528496"/>
            <a:ext cx="2262323" cy="2052289"/>
            <a:chOff x="0" y="0"/>
            <a:chExt cx="3016431" cy="2736386"/>
          </a:xfrm>
        </p:grpSpPr>
        <p:sp>
          <p:nvSpPr>
            <p:cNvPr name="Freeform 11" id="11"/>
            <p:cNvSpPr/>
            <p:nvPr/>
          </p:nvSpPr>
          <p:spPr>
            <a:xfrm flipH="false" flipV="false" rot="7122513">
              <a:off x="2040283" y="1746007"/>
              <a:ext cx="810594" cy="857772"/>
            </a:xfrm>
            <a:custGeom>
              <a:avLst/>
              <a:gdLst/>
              <a:ahLst/>
              <a:cxnLst/>
              <a:rect r="r" b="b" t="t" l="l"/>
              <a:pathLst>
                <a:path h="857772" w="810594">
                  <a:moveTo>
                    <a:pt x="0" y="0"/>
                  </a:moveTo>
                  <a:lnTo>
                    <a:pt x="810594" y="0"/>
                  </a:lnTo>
                  <a:lnTo>
                    <a:pt x="810594" y="857772"/>
                  </a:lnTo>
                  <a:lnTo>
                    <a:pt x="0" y="857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123526">
              <a:off x="43746" y="37888"/>
              <a:ext cx="2153737" cy="2474133"/>
            </a:xfrm>
            <a:custGeom>
              <a:avLst/>
              <a:gdLst/>
              <a:ahLst/>
              <a:cxnLst/>
              <a:rect r="r" b="b" t="t" l="l"/>
              <a:pathLst>
                <a:path h="2474133" w="2153737">
                  <a:moveTo>
                    <a:pt x="0" y="0"/>
                  </a:moveTo>
                  <a:lnTo>
                    <a:pt x="2153737" y="0"/>
                  </a:lnTo>
                  <a:lnTo>
                    <a:pt x="2153737" y="2474133"/>
                  </a:lnTo>
                  <a:lnTo>
                    <a:pt x="0" y="247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53380" y="2358763"/>
            <a:ext cx="6919421" cy="4580462"/>
          </a:xfrm>
          <a:custGeom>
            <a:avLst/>
            <a:gdLst/>
            <a:ahLst/>
            <a:cxnLst/>
            <a:rect r="r" b="b" t="t" l="l"/>
            <a:pathLst>
              <a:path h="4580462" w="6919421">
                <a:moveTo>
                  <a:pt x="0" y="0"/>
                </a:moveTo>
                <a:lnTo>
                  <a:pt x="6919422" y="0"/>
                </a:lnTo>
                <a:lnTo>
                  <a:pt x="6919422" y="4580462"/>
                </a:lnTo>
                <a:lnTo>
                  <a:pt x="0" y="45804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41798" y="6949216"/>
            <a:ext cx="2736240" cy="892066"/>
          </a:xfrm>
          <a:custGeom>
            <a:avLst/>
            <a:gdLst/>
            <a:ahLst/>
            <a:cxnLst/>
            <a:rect r="r" b="b" t="t" l="l"/>
            <a:pathLst>
              <a:path h="892066" w="2736240">
                <a:moveTo>
                  <a:pt x="0" y="0"/>
                </a:moveTo>
                <a:lnTo>
                  <a:pt x="2736241" y="0"/>
                </a:lnTo>
                <a:lnTo>
                  <a:pt x="2736241" y="892066"/>
                </a:lnTo>
                <a:lnTo>
                  <a:pt x="0" y="89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102745">
            <a:off x="8047647" y="1173642"/>
            <a:ext cx="2429956" cy="2204359"/>
            <a:chOff x="0" y="0"/>
            <a:chExt cx="3239941" cy="2939146"/>
          </a:xfrm>
        </p:grpSpPr>
        <p:sp>
          <p:nvSpPr>
            <p:cNvPr name="Freeform 3" id="3"/>
            <p:cNvSpPr/>
            <p:nvPr/>
          </p:nvSpPr>
          <p:spPr>
            <a:xfrm flipH="false" flipV="false" rot="7122513">
              <a:off x="2191463" y="1875382"/>
              <a:ext cx="870657" cy="921330"/>
            </a:xfrm>
            <a:custGeom>
              <a:avLst/>
              <a:gdLst/>
              <a:ahLst/>
              <a:cxnLst/>
              <a:rect r="r" b="b" t="t" l="l"/>
              <a:pathLst>
                <a:path h="921330" w="870657">
                  <a:moveTo>
                    <a:pt x="0" y="0"/>
                  </a:moveTo>
                  <a:lnTo>
                    <a:pt x="870657" y="0"/>
                  </a:lnTo>
                  <a:lnTo>
                    <a:pt x="870657" y="921331"/>
                  </a:lnTo>
                  <a:lnTo>
                    <a:pt x="0" y="921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123526">
              <a:off x="46988" y="40695"/>
              <a:ext cx="2313324" cy="2657461"/>
            </a:xfrm>
            <a:custGeom>
              <a:avLst/>
              <a:gdLst/>
              <a:ahLst/>
              <a:cxnLst/>
              <a:rect r="r" b="b" t="t" l="l"/>
              <a:pathLst>
                <a:path h="2657461" w="2313324">
                  <a:moveTo>
                    <a:pt x="0" y="0"/>
                  </a:moveTo>
                  <a:lnTo>
                    <a:pt x="2313324" y="0"/>
                  </a:lnTo>
                  <a:lnTo>
                    <a:pt x="2313324" y="2657461"/>
                  </a:lnTo>
                  <a:lnTo>
                    <a:pt x="0" y="2657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512618" y="7162316"/>
            <a:ext cx="2898332" cy="944911"/>
          </a:xfrm>
          <a:custGeom>
            <a:avLst/>
            <a:gdLst/>
            <a:ahLst/>
            <a:cxnLst/>
            <a:rect r="r" b="b" t="t" l="l"/>
            <a:pathLst>
              <a:path h="944911" w="2898332">
                <a:moveTo>
                  <a:pt x="0" y="0"/>
                </a:moveTo>
                <a:lnTo>
                  <a:pt x="2898332" y="0"/>
                </a:lnTo>
                <a:lnTo>
                  <a:pt x="2898332" y="944910"/>
                </a:lnTo>
                <a:lnTo>
                  <a:pt x="0" y="94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9291" y="5833674"/>
            <a:ext cx="7316381" cy="1328641"/>
          </a:xfrm>
          <a:custGeom>
            <a:avLst/>
            <a:gdLst/>
            <a:ahLst/>
            <a:cxnLst/>
            <a:rect r="r" b="b" t="t" l="l"/>
            <a:pathLst>
              <a:path h="1328641" w="7316381">
                <a:moveTo>
                  <a:pt x="0" y="0"/>
                </a:moveTo>
                <a:lnTo>
                  <a:pt x="7316381" y="0"/>
                </a:lnTo>
                <a:lnTo>
                  <a:pt x="7316381" y="1328642"/>
                </a:lnTo>
                <a:lnTo>
                  <a:pt x="0" y="1328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176" t="0" r="-2918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8338" y="5870306"/>
            <a:ext cx="7087334" cy="121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Programmierbarer Roboter Calliope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89041" y="1411336"/>
            <a:ext cx="4957778" cy="782807"/>
            <a:chOff x="0" y="0"/>
            <a:chExt cx="6610370" cy="10437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10370" cy="1043743"/>
            </a:xfrm>
            <a:custGeom>
              <a:avLst/>
              <a:gdLst/>
              <a:ahLst/>
              <a:cxnLst/>
              <a:rect r="r" b="b" t="t" l="l"/>
              <a:pathLst>
                <a:path h="1043743" w="6610370">
                  <a:moveTo>
                    <a:pt x="0" y="0"/>
                  </a:moveTo>
                  <a:lnTo>
                    <a:pt x="6610370" y="0"/>
                  </a:lnTo>
                  <a:lnTo>
                    <a:pt x="6610370" y="1043743"/>
                  </a:lnTo>
                  <a:lnTo>
                    <a:pt x="0" y="1043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6403" y="89469"/>
              <a:ext cx="5751795" cy="826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84"/>
                </a:lnSpc>
              </a:pPr>
              <a:r>
                <a:rPr lang="en-US" b="true" sz="3903">
                  <a:solidFill>
                    <a:srgbClr val="001D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Der Lichtschalter     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57778" y="3768288"/>
            <a:ext cx="1733988" cy="72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b="true" sz="446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Tipp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7776688"/>
            <a:ext cx="8257554" cy="21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5"/>
              </a:lnSpc>
              <a:spcBef>
                <a:spcPct val="0"/>
              </a:spcBef>
            </a:pPr>
            <a:r>
              <a:rPr lang="en-US" sz="15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BB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0196" y="435815"/>
            <a:ext cx="2950558" cy="67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4"/>
              </a:lnSpc>
            </a:pPr>
            <a:r>
              <a:rPr lang="en-US" b="true" sz="4211" i="true">
                <a:solidFill>
                  <a:srgbClr val="02BBD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Tipp 1: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3966" y="2872703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3966" y="4258325"/>
            <a:ext cx="781339" cy="781339"/>
          </a:xfrm>
          <a:custGeom>
            <a:avLst/>
            <a:gdLst/>
            <a:ahLst/>
            <a:cxnLst/>
            <a:rect r="r" b="b" t="t" l="l"/>
            <a:pathLst>
              <a:path h="781339" w="781339">
                <a:moveTo>
                  <a:pt x="0" y="0"/>
                </a:moveTo>
                <a:lnTo>
                  <a:pt x="781339" y="0"/>
                </a:lnTo>
                <a:lnTo>
                  <a:pt x="781339" y="781339"/>
                </a:lnTo>
                <a:lnTo>
                  <a:pt x="0" y="781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41798" y="6949216"/>
            <a:ext cx="2736240" cy="892066"/>
          </a:xfrm>
          <a:custGeom>
            <a:avLst/>
            <a:gdLst/>
            <a:ahLst/>
            <a:cxnLst/>
            <a:rect r="r" b="b" t="t" l="l"/>
            <a:pathLst>
              <a:path h="892066" w="2736240">
                <a:moveTo>
                  <a:pt x="0" y="0"/>
                </a:moveTo>
                <a:lnTo>
                  <a:pt x="2736241" y="0"/>
                </a:lnTo>
                <a:lnTo>
                  <a:pt x="2736241" y="892066"/>
                </a:lnTo>
                <a:lnTo>
                  <a:pt x="0" y="89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2911" y="331168"/>
            <a:ext cx="10945127" cy="7510114"/>
            <a:chOff x="0" y="0"/>
            <a:chExt cx="3527037" cy="24201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27037" cy="2420114"/>
            </a:xfrm>
            <a:custGeom>
              <a:avLst/>
              <a:gdLst/>
              <a:ahLst/>
              <a:cxnLst/>
              <a:rect r="r" b="b" t="t" l="l"/>
              <a:pathLst>
                <a:path h="2420114" w="3527037">
                  <a:moveTo>
                    <a:pt x="0" y="0"/>
                  </a:moveTo>
                  <a:lnTo>
                    <a:pt x="3527037" y="0"/>
                  </a:lnTo>
                  <a:lnTo>
                    <a:pt x="3527037" y="2420114"/>
                  </a:lnTo>
                  <a:lnTo>
                    <a:pt x="0" y="24201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527037" cy="2448689"/>
            </a:xfrm>
            <a:prstGeom prst="rect">
              <a:avLst/>
            </a:prstGeom>
          </p:spPr>
          <p:txBody>
            <a:bodyPr anchor="ctr" rtlCol="false" tIns="17719" lIns="17719" bIns="17719" rIns="17719"/>
            <a:lstStyle/>
            <a:p>
              <a:pPr algn="ctr">
                <a:lnSpc>
                  <a:spcPts val="27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9147" y="932008"/>
            <a:ext cx="7907335" cy="62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4"/>
              </a:lnSpc>
            </a:pPr>
            <a:r>
              <a:rPr lang="en-US" b="true" sz="3903">
                <a:solidFill>
                  <a:srgbClr val="00BBD2"/>
                </a:solidFill>
                <a:latin typeface="Poppins Bold"/>
                <a:ea typeface="Poppins Bold"/>
                <a:cs typeface="Poppins Bold"/>
                <a:sym typeface="Poppins Bold"/>
              </a:rPr>
              <a:t>Befehle wiederholen </a:t>
            </a:r>
          </a:p>
        </p:txBody>
      </p:sp>
      <p:grpSp>
        <p:nvGrpSpPr>
          <p:cNvPr name="Group 10" id="10"/>
          <p:cNvGrpSpPr/>
          <p:nvPr/>
        </p:nvGrpSpPr>
        <p:grpSpPr>
          <a:xfrm rot="739832">
            <a:off x="8454031" y="1528315"/>
            <a:ext cx="2260444" cy="2050584"/>
            <a:chOff x="0" y="0"/>
            <a:chExt cx="3013925" cy="2734112"/>
          </a:xfrm>
        </p:grpSpPr>
        <p:sp>
          <p:nvSpPr>
            <p:cNvPr name="Freeform 11" id="11"/>
            <p:cNvSpPr/>
            <p:nvPr/>
          </p:nvSpPr>
          <p:spPr>
            <a:xfrm flipH="false" flipV="false" rot="7122513">
              <a:off x="2038588" y="1744556"/>
              <a:ext cx="809921" cy="857059"/>
            </a:xfrm>
            <a:custGeom>
              <a:avLst/>
              <a:gdLst/>
              <a:ahLst/>
              <a:cxnLst/>
              <a:rect r="r" b="b" t="t" l="l"/>
              <a:pathLst>
                <a:path h="857059" w="809921">
                  <a:moveTo>
                    <a:pt x="0" y="0"/>
                  </a:moveTo>
                  <a:lnTo>
                    <a:pt x="809920" y="0"/>
                  </a:lnTo>
                  <a:lnTo>
                    <a:pt x="809920" y="857059"/>
                  </a:lnTo>
                  <a:lnTo>
                    <a:pt x="0" y="85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123526">
              <a:off x="43710" y="37856"/>
              <a:ext cx="2151948" cy="2472078"/>
            </a:xfrm>
            <a:custGeom>
              <a:avLst/>
              <a:gdLst/>
              <a:ahLst/>
              <a:cxnLst/>
              <a:rect r="r" b="b" t="t" l="l"/>
              <a:pathLst>
                <a:path h="2472078" w="2151948">
                  <a:moveTo>
                    <a:pt x="0" y="0"/>
                  </a:moveTo>
                  <a:lnTo>
                    <a:pt x="2151948" y="0"/>
                  </a:lnTo>
                  <a:lnTo>
                    <a:pt x="2151948" y="2472078"/>
                  </a:lnTo>
                  <a:lnTo>
                    <a:pt x="0" y="2472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-2389" b="-11123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441798" y="6949216"/>
            <a:ext cx="2736240" cy="892066"/>
          </a:xfrm>
          <a:custGeom>
            <a:avLst/>
            <a:gdLst/>
            <a:ahLst/>
            <a:cxnLst/>
            <a:rect r="r" b="b" t="t" l="l"/>
            <a:pathLst>
              <a:path h="892066" w="2736240">
                <a:moveTo>
                  <a:pt x="0" y="0"/>
                </a:moveTo>
                <a:lnTo>
                  <a:pt x="2736241" y="0"/>
                </a:lnTo>
                <a:lnTo>
                  <a:pt x="2736241" y="892066"/>
                </a:lnTo>
                <a:lnTo>
                  <a:pt x="0" y="892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68571" y="2078808"/>
            <a:ext cx="5044373" cy="4614583"/>
          </a:xfrm>
          <a:custGeom>
            <a:avLst/>
            <a:gdLst/>
            <a:ahLst/>
            <a:cxnLst/>
            <a:rect r="r" b="b" t="t" l="l"/>
            <a:pathLst>
              <a:path h="4614583" w="5044373">
                <a:moveTo>
                  <a:pt x="0" y="0"/>
                </a:moveTo>
                <a:lnTo>
                  <a:pt x="5044373" y="0"/>
                </a:lnTo>
                <a:lnTo>
                  <a:pt x="5044373" y="4614583"/>
                </a:lnTo>
                <a:lnTo>
                  <a:pt x="0" y="46145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DAG_ghgXq50</dc:identifier>
  <dcterms:modified xsi:type="dcterms:W3CDTF">2011-08-01T06:04:30Z</dcterms:modified>
  <cp:revision>1</cp:revision>
  <dc:title>Hilfekarten_roboter.psd</dc:title>
</cp:coreProperties>
</file>