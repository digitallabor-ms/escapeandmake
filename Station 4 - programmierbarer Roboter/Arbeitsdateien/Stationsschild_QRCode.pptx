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0693400" cy="15113000"/>
  <p:notesSz cx="6858000" cy="9144000"/>
  <p:embeddedFontLst>
    <p:embeddedFont>
      <p:font typeface="Poppins Bold" charset="1" panose="00000800000000000000"/>
      <p:regular r:id="rId7"/>
    </p:embeddedFont>
    <p:embeddedFont>
      <p:font typeface="Poppins" charset="1" panose="00000500000000000000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BB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10764" y="10173200"/>
            <a:ext cx="8324434" cy="1842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349"/>
              </a:lnSpc>
            </a:pPr>
            <a:r>
              <a:rPr lang="en-US" sz="48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programmierbarer </a:t>
            </a:r>
          </a:p>
          <a:p>
            <a:pPr algn="just">
              <a:lnSpc>
                <a:spcPts val="7349"/>
              </a:lnSpc>
            </a:pPr>
            <a:r>
              <a:rPr lang="en-US" sz="48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Roboter 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755740" y="4096730"/>
            <a:ext cx="4475677" cy="4475677"/>
          </a:xfrm>
          <a:custGeom>
            <a:avLst/>
            <a:gdLst/>
            <a:ahLst/>
            <a:cxnLst/>
            <a:rect r="r" b="b" t="t" l="l"/>
            <a:pathLst>
              <a:path h="4475677" w="4475677">
                <a:moveTo>
                  <a:pt x="0" y="0"/>
                </a:moveTo>
                <a:lnTo>
                  <a:pt x="4475677" y="0"/>
                </a:lnTo>
                <a:lnTo>
                  <a:pt x="4475677" y="4475677"/>
                </a:lnTo>
                <a:lnTo>
                  <a:pt x="0" y="44756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739832">
            <a:off x="6237957" y="4418065"/>
            <a:ext cx="3336387" cy="3026637"/>
            <a:chOff x="0" y="0"/>
            <a:chExt cx="4448516" cy="4035516"/>
          </a:xfrm>
        </p:grpSpPr>
        <p:sp>
          <p:nvSpPr>
            <p:cNvPr name="Freeform 5" id="5"/>
            <p:cNvSpPr/>
            <p:nvPr/>
          </p:nvSpPr>
          <p:spPr>
            <a:xfrm flipH="false" flipV="false" rot="7122513">
              <a:off x="3008930" y="2574944"/>
              <a:ext cx="1195433" cy="1265008"/>
            </a:xfrm>
            <a:custGeom>
              <a:avLst/>
              <a:gdLst/>
              <a:ahLst/>
              <a:cxnLst/>
              <a:rect r="r" b="b" t="t" l="l"/>
              <a:pathLst>
                <a:path h="1265008" w="1195433">
                  <a:moveTo>
                    <a:pt x="0" y="0"/>
                  </a:moveTo>
                  <a:lnTo>
                    <a:pt x="1195433" y="0"/>
                  </a:lnTo>
                  <a:lnTo>
                    <a:pt x="1195433" y="1265008"/>
                  </a:lnTo>
                  <a:lnTo>
                    <a:pt x="0" y="12650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123526">
              <a:off x="64515" y="55875"/>
              <a:ext cx="3176248" cy="3648756"/>
            </a:xfrm>
            <a:custGeom>
              <a:avLst/>
              <a:gdLst/>
              <a:ahLst/>
              <a:cxnLst/>
              <a:rect r="r" b="b" t="t" l="l"/>
              <a:pathLst>
                <a:path h="3648756" w="3176248">
                  <a:moveTo>
                    <a:pt x="0" y="0"/>
                  </a:moveTo>
                  <a:lnTo>
                    <a:pt x="3176248" y="0"/>
                  </a:lnTo>
                  <a:lnTo>
                    <a:pt x="3176248" y="3648756"/>
                  </a:lnTo>
                  <a:lnTo>
                    <a:pt x="0" y="36487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-2389" b="-11123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7381494" y="13511251"/>
            <a:ext cx="3310506" cy="1079098"/>
          </a:xfrm>
          <a:custGeom>
            <a:avLst/>
            <a:gdLst/>
            <a:ahLst/>
            <a:cxnLst/>
            <a:rect r="r" b="b" t="t" l="l"/>
            <a:pathLst>
              <a:path h="1079098" w="3310506">
                <a:moveTo>
                  <a:pt x="0" y="0"/>
                </a:moveTo>
                <a:lnTo>
                  <a:pt x="3310506" y="0"/>
                </a:lnTo>
                <a:lnTo>
                  <a:pt x="3310506" y="1079098"/>
                </a:lnTo>
                <a:lnTo>
                  <a:pt x="0" y="107909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10764" y="1396751"/>
            <a:ext cx="8670473" cy="918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49"/>
              </a:lnSpc>
            </a:pPr>
            <a:r>
              <a:rPr lang="en-US" sz="48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Der Lichtschalter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-443955" y="14770349"/>
            <a:ext cx="9372702" cy="226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65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Escape &amp; Make © 2026 vom Digitallabor Münster ist lizensiert unter CC BY-NC-SA 4.0.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DAGZ7LOIc0s</dc:identifier>
  <dcterms:modified xsi:type="dcterms:W3CDTF">2011-08-01T06:04:30Z</dcterms:modified>
  <cp:revision>1</cp:revision>
  <dc:title>OER A3 Stationsschilder QR Code</dc:title>
</cp:coreProperties>
</file>