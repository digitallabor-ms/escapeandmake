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1404600" cy="8166100"/>
  <p:notesSz cx="6858000" cy="9144000"/>
  <p:embeddedFontLst>
    <p:embeddedFont>
      <p:font typeface="Poppins Bold" charset="1" panose="00000800000000000000"/>
      <p:regular r:id="rId8"/>
    </p:embeddedFont>
    <p:embeddedFont>
      <p:font typeface="Poppins" charset="1" panose="00000500000000000000"/>
      <p:regular r:id="rId9"/>
    </p:embeddedFont>
    <p:embeddedFont>
      <p:font typeface="Poppins Bold Italics" charset="1" panose="000008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102745">
            <a:off x="8047647" y="1173642"/>
            <a:ext cx="2429956" cy="2204359"/>
            <a:chOff x="0" y="0"/>
            <a:chExt cx="3239941" cy="2939146"/>
          </a:xfrm>
        </p:grpSpPr>
        <p:sp>
          <p:nvSpPr>
            <p:cNvPr name="Freeform 3" id="3"/>
            <p:cNvSpPr/>
            <p:nvPr/>
          </p:nvSpPr>
          <p:spPr>
            <a:xfrm flipH="false" flipV="false" rot="7122513">
              <a:off x="2191463" y="1875382"/>
              <a:ext cx="870657" cy="921330"/>
            </a:xfrm>
            <a:custGeom>
              <a:avLst/>
              <a:gdLst/>
              <a:ahLst/>
              <a:cxnLst/>
              <a:rect r="r" b="b" t="t" l="l"/>
              <a:pathLst>
                <a:path h="921330" w="870657">
                  <a:moveTo>
                    <a:pt x="0" y="0"/>
                  </a:moveTo>
                  <a:lnTo>
                    <a:pt x="870657" y="0"/>
                  </a:lnTo>
                  <a:lnTo>
                    <a:pt x="870657" y="921331"/>
                  </a:lnTo>
                  <a:lnTo>
                    <a:pt x="0" y="921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123526">
              <a:off x="46988" y="40695"/>
              <a:ext cx="2313324" cy="2657461"/>
            </a:xfrm>
            <a:custGeom>
              <a:avLst/>
              <a:gdLst/>
              <a:ahLst/>
              <a:cxnLst/>
              <a:rect r="r" b="b" t="t" l="l"/>
              <a:pathLst>
                <a:path h="2657461" w="2313324">
                  <a:moveTo>
                    <a:pt x="0" y="0"/>
                  </a:moveTo>
                  <a:lnTo>
                    <a:pt x="2313324" y="0"/>
                  </a:lnTo>
                  <a:lnTo>
                    <a:pt x="2313324" y="2657461"/>
                  </a:lnTo>
                  <a:lnTo>
                    <a:pt x="0" y="2657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512618" y="7162316"/>
            <a:ext cx="2898332" cy="944911"/>
          </a:xfrm>
          <a:custGeom>
            <a:avLst/>
            <a:gdLst/>
            <a:ahLst/>
            <a:cxnLst/>
            <a:rect r="r" b="b" t="t" l="l"/>
            <a:pathLst>
              <a:path h="944911" w="2898332">
                <a:moveTo>
                  <a:pt x="0" y="0"/>
                </a:moveTo>
                <a:lnTo>
                  <a:pt x="2898332" y="0"/>
                </a:lnTo>
                <a:lnTo>
                  <a:pt x="2898332" y="944910"/>
                </a:lnTo>
                <a:lnTo>
                  <a:pt x="0" y="94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291" y="5833674"/>
            <a:ext cx="7316381" cy="1328641"/>
          </a:xfrm>
          <a:custGeom>
            <a:avLst/>
            <a:gdLst/>
            <a:ahLst/>
            <a:cxnLst/>
            <a:rect r="r" b="b" t="t" l="l"/>
            <a:pathLst>
              <a:path h="1328641" w="7316381">
                <a:moveTo>
                  <a:pt x="0" y="0"/>
                </a:moveTo>
                <a:lnTo>
                  <a:pt x="7316381" y="0"/>
                </a:lnTo>
                <a:lnTo>
                  <a:pt x="7316381" y="1328642"/>
                </a:lnTo>
                <a:lnTo>
                  <a:pt x="0" y="13286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176" t="0" r="-2918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8338" y="5870306"/>
            <a:ext cx="7087334" cy="121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b="true" sz="39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Programmierbarer Roboter mBot 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89041" y="1411336"/>
            <a:ext cx="4957778" cy="782807"/>
            <a:chOff x="0" y="0"/>
            <a:chExt cx="6610370" cy="10437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10370" cy="1043743"/>
            </a:xfrm>
            <a:custGeom>
              <a:avLst/>
              <a:gdLst/>
              <a:ahLst/>
              <a:cxnLst/>
              <a:rect r="r" b="b" t="t" l="l"/>
              <a:pathLst>
                <a:path h="1043743" w="6610370">
                  <a:moveTo>
                    <a:pt x="0" y="0"/>
                  </a:moveTo>
                  <a:lnTo>
                    <a:pt x="6610370" y="0"/>
                  </a:lnTo>
                  <a:lnTo>
                    <a:pt x="6610370" y="1043743"/>
                  </a:lnTo>
                  <a:lnTo>
                    <a:pt x="0" y="1043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6403" y="89469"/>
              <a:ext cx="5751795" cy="826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4"/>
                </a:lnSpc>
              </a:pPr>
              <a:r>
                <a:rPr lang="en-US" b="true" sz="3903">
                  <a:solidFill>
                    <a:srgbClr val="001D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Der Lichtschalter    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7778" y="3768288"/>
            <a:ext cx="1604940" cy="72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b="true" sz="44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Tipp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7776688"/>
            <a:ext cx="8257554" cy="21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5"/>
              </a:lnSpc>
              <a:spcBef>
                <a:spcPct val="0"/>
              </a:spcBef>
            </a:pPr>
            <a:r>
              <a:rPr lang="en-US" sz="15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0196" y="435815"/>
            <a:ext cx="2950558" cy="67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b="true" sz="4211" i="true">
                <a:solidFill>
                  <a:srgbClr val="02BBD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Tipp 1: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3966" y="2872703"/>
            <a:ext cx="781339" cy="781339"/>
          </a:xfrm>
          <a:custGeom>
            <a:avLst/>
            <a:gdLst/>
            <a:ahLst/>
            <a:cxnLst/>
            <a:rect r="r" b="b" t="t" l="l"/>
            <a:pathLst>
              <a:path h="781339" w="781339">
                <a:moveTo>
                  <a:pt x="0" y="0"/>
                </a:moveTo>
                <a:lnTo>
                  <a:pt x="781339" y="0"/>
                </a:lnTo>
                <a:lnTo>
                  <a:pt x="781339" y="781339"/>
                </a:lnTo>
                <a:lnTo>
                  <a:pt x="0" y="78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3966" y="4258325"/>
            <a:ext cx="781339" cy="781339"/>
          </a:xfrm>
          <a:custGeom>
            <a:avLst/>
            <a:gdLst/>
            <a:ahLst/>
            <a:cxnLst/>
            <a:rect r="r" b="b" t="t" l="l"/>
            <a:pathLst>
              <a:path h="781339" w="781339">
                <a:moveTo>
                  <a:pt x="0" y="0"/>
                </a:moveTo>
                <a:lnTo>
                  <a:pt x="781339" y="0"/>
                </a:lnTo>
                <a:lnTo>
                  <a:pt x="781339" y="781339"/>
                </a:lnTo>
                <a:lnTo>
                  <a:pt x="0" y="78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41798" y="6949216"/>
            <a:ext cx="2736240" cy="892066"/>
          </a:xfrm>
          <a:custGeom>
            <a:avLst/>
            <a:gdLst/>
            <a:ahLst/>
            <a:cxnLst/>
            <a:rect r="r" b="b" t="t" l="l"/>
            <a:pathLst>
              <a:path h="892066" w="2736240">
                <a:moveTo>
                  <a:pt x="0" y="0"/>
                </a:moveTo>
                <a:lnTo>
                  <a:pt x="2736241" y="0"/>
                </a:lnTo>
                <a:lnTo>
                  <a:pt x="2736241" y="892066"/>
                </a:lnTo>
                <a:lnTo>
                  <a:pt x="0" y="89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2911" y="331168"/>
            <a:ext cx="10945127" cy="7510114"/>
            <a:chOff x="0" y="0"/>
            <a:chExt cx="3527037" cy="24201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27037" cy="2420114"/>
            </a:xfrm>
            <a:custGeom>
              <a:avLst/>
              <a:gdLst/>
              <a:ahLst/>
              <a:cxnLst/>
              <a:rect r="r" b="b" t="t" l="l"/>
              <a:pathLst>
                <a:path h="2420114" w="3527037">
                  <a:moveTo>
                    <a:pt x="0" y="0"/>
                  </a:moveTo>
                  <a:lnTo>
                    <a:pt x="3527037" y="0"/>
                  </a:lnTo>
                  <a:lnTo>
                    <a:pt x="3527037" y="2420114"/>
                  </a:lnTo>
                  <a:lnTo>
                    <a:pt x="0" y="24201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527037" cy="2448689"/>
            </a:xfrm>
            <a:prstGeom prst="rect">
              <a:avLst/>
            </a:prstGeom>
          </p:spPr>
          <p:txBody>
            <a:bodyPr anchor="ctr" rtlCol="false" tIns="17719" lIns="17719" bIns="17719" rIns="17719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739832">
            <a:off x="8453827" y="1528496"/>
            <a:ext cx="2262323" cy="2052289"/>
            <a:chOff x="0" y="0"/>
            <a:chExt cx="3016431" cy="2736386"/>
          </a:xfrm>
        </p:grpSpPr>
        <p:sp>
          <p:nvSpPr>
            <p:cNvPr name="Freeform 10" id="10"/>
            <p:cNvSpPr/>
            <p:nvPr/>
          </p:nvSpPr>
          <p:spPr>
            <a:xfrm flipH="false" flipV="false" rot="7122513">
              <a:off x="2040283" y="1746007"/>
              <a:ext cx="810594" cy="857772"/>
            </a:xfrm>
            <a:custGeom>
              <a:avLst/>
              <a:gdLst/>
              <a:ahLst/>
              <a:cxnLst/>
              <a:rect r="r" b="b" t="t" l="l"/>
              <a:pathLst>
                <a:path h="857772" w="810594">
                  <a:moveTo>
                    <a:pt x="0" y="0"/>
                  </a:moveTo>
                  <a:lnTo>
                    <a:pt x="810594" y="0"/>
                  </a:lnTo>
                  <a:lnTo>
                    <a:pt x="810594" y="857772"/>
                  </a:lnTo>
                  <a:lnTo>
                    <a:pt x="0" y="857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123526">
              <a:off x="43746" y="37888"/>
              <a:ext cx="2153737" cy="2474133"/>
            </a:xfrm>
            <a:custGeom>
              <a:avLst/>
              <a:gdLst/>
              <a:ahLst/>
              <a:cxnLst/>
              <a:rect r="r" b="b" t="t" l="l"/>
              <a:pathLst>
                <a:path h="2474133" w="2153737">
                  <a:moveTo>
                    <a:pt x="0" y="0"/>
                  </a:moveTo>
                  <a:lnTo>
                    <a:pt x="2153737" y="0"/>
                  </a:lnTo>
                  <a:lnTo>
                    <a:pt x="2153737" y="2474133"/>
                  </a:lnTo>
                  <a:lnTo>
                    <a:pt x="0" y="247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441798" y="6949216"/>
            <a:ext cx="2736240" cy="892066"/>
          </a:xfrm>
          <a:custGeom>
            <a:avLst/>
            <a:gdLst/>
            <a:ahLst/>
            <a:cxnLst/>
            <a:rect r="r" b="b" t="t" l="l"/>
            <a:pathLst>
              <a:path h="892066" w="2736240">
                <a:moveTo>
                  <a:pt x="0" y="0"/>
                </a:moveTo>
                <a:lnTo>
                  <a:pt x="2736241" y="0"/>
                </a:lnTo>
                <a:lnTo>
                  <a:pt x="2736241" y="892066"/>
                </a:lnTo>
                <a:lnTo>
                  <a:pt x="0" y="89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04438" y="2989857"/>
            <a:ext cx="7832043" cy="2085282"/>
          </a:xfrm>
          <a:custGeom>
            <a:avLst/>
            <a:gdLst/>
            <a:ahLst/>
            <a:cxnLst/>
            <a:rect r="r" b="b" t="t" l="l"/>
            <a:pathLst>
              <a:path h="2085282" w="7832043">
                <a:moveTo>
                  <a:pt x="0" y="0"/>
                </a:moveTo>
                <a:lnTo>
                  <a:pt x="7832044" y="0"/>
                </a:lnTo>
                <a:lnTo>
                  <a:pt x="7832044" y="2085281"/>
                </a:lnTo>
                <a:lnTo>
                  <a:pt x="0" y="20852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9147" y="932008"/>
            <a:ext cx="7907335" cy="6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b="true" sz="3903">
                <a:solidFill>
                  <a:srgbClr val="00BBD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903">
                <a:solidFill>
                  <a:srgbClr val="00BBD2"/>
                </a:solidFill>
                <a:latin typeface="Poppins Bold"/>
                <a:ea typeface="Poppins Bold"/>
                <a:cs typeface="Poppins Bold"/>
                <a:sym typeface="Poppins Bold"/>
              </a:rPr>
              <a:t>Befehle wiederholen</a:t>
            </a:r>
            <a:r>
              <a:rPr lang="en-US" b="true" sz="3903">
                <a:solidFill>
                  <a:srgbClr val="00BBD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DAHCaUuMN54</dc:identifier>
  <dcterms:modified xsi:type="dcterms:W3CDTF">2011-08-01T06:04:30Z</dcterms:modified>
  <cp:revision>1</cp:revision>
  <dc:title>Hilfekarten_roboter_mBot.psd</dc:title>
</cp:coreProperties>
</file>