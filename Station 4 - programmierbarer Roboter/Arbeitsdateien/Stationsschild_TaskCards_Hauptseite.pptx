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246" y="2697067"/>
            <a:ext cx="9548754" cy="560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Damit der Coup gelingt,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muss ein </a:t>
            </a:r>
            <a:r>
              <a:rPr lang="en-US" sz="4200" b="true">
                <a:solidFill>
                  <a:srgbClr val="000629"/>
                </a:solidFill>
                <a:latin typeface="Poppins Bold"/>
                <a:ea typeface="Poppins Bold"/>
                <a:cs typeface="Poppins Bold"/>
                <a:sym typeface="Poppins Bold"/>
              </a:rPr>
              <a:t>Roboter </a:t>
            </a: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 Licht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aus- und wieder einschalten.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Eure Aufgabe ist es,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den Roboter zu programmieren, der unbemerkt zum Lichtschalter gelangt.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739832">
            <a:off x="7254315" y="454470"/>
            <a:ext cx="2609993" cy="2367681"/>
            <a:chOff x="0" y="0"/>
            <a:chExt cx="3479990" cy="3156908"/>
          </a:xfrm>
        </p:grpSpPr>
        <p:sp>
          <p:nvSpPr>
            <p:cNvPr name="Freeform 5" id="5"/>
            <p:cNvSpPr/>
            <p:nvPr/>
          </p:nvSpPr>
          <p:spPr>
            <a:xfrm flipH="false" flipV="false" rot="7122513">
              <a:off x="2353830" y="2014330"/>
              <a:ext cx="935165" cy="989592"/>
            </a:xfrm>
            <a:custGeom>
              <a:avLst/>
              <a:gdLst/>
              <a:ahLst/>
              <a:cxnLst/>
              <a:rect r="r" b="b" t="t" l="l"/>
              <a:pathLst>
                <a:path h="989592" w="935165">
                  <a:moveTo>
                    <a:pt x="0" y="0"/>
                  </a:moveTo>
                  <a:lnTo>
                    <a:pt x="935164" y="0"/>
                  </a:lnTo>
                  <a:lnTo>
                    <a:pt x="935164" y="989593"/>
                  </a:lnTo>
                  <a:lnTo>
                    <a:pt x="0" y="98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123526">
              <a:off x="50469" y="43710"/>
              <a:ext cx="2484720" cy="2854354"/>
            </a:xfrm>
            <a:custGeom>
              <a:avLst/>
              <a:gdLst/>
              <a:ahLst/>
              <a:cxnLst/>
              <a:rect r="r" b="b" t="t" l="l"/>
              <a:pathLst>
                <a:path h="2854354" w="2484720">
                  <a:moveTo>
                    <a:pt x="0" y="0"/>
                  </a:moveTo>
                  <a:lnTo>
                    <a:pt x="2484720" y="0"/>
                  </a:lnTo>
                  <a:lnTo>
                    <a:pt x="2484720" y="2854354"/>
                  </a:lnTo>
                  <a:lnTo>
                    <a:pt x="0" y="2854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