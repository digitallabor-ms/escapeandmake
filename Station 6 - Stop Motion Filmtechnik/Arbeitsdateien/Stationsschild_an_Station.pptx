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Campton Bold" charset="1" panose="020B0004020102020203"/>
      <p:regular r:id="rId8"/>
    </p:embeddedFont>
    <p:embeddedFont>
      <p:font typeface="Poppins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FB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9200" y="4829738"/>
            <a:ext cx="6347144" cy="704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</a:pP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Der Raubzug war erfolgreich. Jetzt soll Lösegeld erpresst werden. Eure Aufgabe ist es, den geforderten Betrag zu bestimmen und ein Erpresservideo mit der </a:t>
            </a:r>
            <a:r>
              <a:rPr lang="en-US" sz="374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Stop-Motion Filmtechnik</a:t>
            </a: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 zu erstellen.</a:t>
            </a:r>
          </a:p>
          <a:p>
            <a:pPr algn="l">
              <a:lnSpc>
                <a:spcPts val="561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40153" y="13023419"/>
            <a:ext cx="3151847" cy="1027381"/>
          </a:xfrm>
          <a:custGeom>
            <a:avLst/>
            <a:gdLst/>
            <a:ahLst/>
            <a:cxnLst/>
            <a:rect r="r" b="b" t="t" l="l"/>
            <a:pathLst>
              <a:path h="1027381" w="3151847">
                <a:moveTo>
                  <a:pt x="0" y="0"/>
                </a:moveTo>
                <a:lnTo>
                  <a:pt x="3151847" y="0"/>
                </a:lnTo>
                <a:lnTo>
                  <a:pt x="3151847" y="1027381"/>
                </a:lnTo>
                <a:lnTo>
                  <a:pt x="0" y="102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9200" y="878700"/>
            <a:ext cx="9092080" cy="9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5"/>
              </a:lnSpc>
            </a:pPr>
            <a:r>
              <a:rPr lang="en-US" sz="4677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Das Erpresservideo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955793">
            <a:off x="7202950" y="2610827"/>
            <a:ext cx="2727168" cy="2075626"/>
          </a:xfrm>
          <a:custGeom>
            <a:avLst/>
            <a:gdLst/>
            <a:ahLst/>
            <a:cxnLst/>
            <a:rect r="r" b="b" t="t" l="l"/>
            <a:pathLst>
              <a:path h="2075626" w="2727168">
                <a:moveTo>
                  <a:pt x="0" y="0"/>
                </a:moveTo>
                <a:lnTo>
                  <a:pt x="2727168" y="0"/>
                </a:lnTo>
                <a:lnTo>
                  <a:pt x="2727168" y="2075626"/>
                </a:lnTo>
                <a:lnTo>
                  <a:pt x="0" y="20756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1242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DAG181WwV9s</dc:identifier>
  <dcterms:modified xsi:type="dcterms:W3CDTF">2011-08-01T06:04:30Z</dcterms:modified>
  <cp:revision>1</cp:revision>
  <dc:title>OER A3 Stationsschilder</dc:title>
</cp:coreProperties>
</file>