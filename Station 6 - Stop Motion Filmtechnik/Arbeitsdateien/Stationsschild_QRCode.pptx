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FB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9604">
            <a:off x="6342650" y="4670027"/>
            <a:ext cx="3368755" cy="2563933"/>
          </a:xfrm>
          <a:custGeom>
            <a:avLst/>
            <a:gdLst/>
            <a:ahLst/>
            <a:cxnLst/>
            <a:rect r="r" b="b" t="t" l="l"/>
            <a:pathLst>
              <a:path h="2563933" w="3368755">
                <a:moveTo>
                  <a:pt x="0" y="0"/>
                </a:moveTo>
                <a:lnTo>
                  <a:pt x="3368755" y="0"/>
                </a:lnTo>
                <a:lnTo>
                  <a:pt x="3368755" y="2563933"/>
                </a:lnTo>
                <a:lnTo>
                  <a:pt x="0" y="2563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5369" y="10125002"/>
            <a:ext cx="10070070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Stop Motion </a:t>
            </a:r>
          </a:p>
          <a:p>
            <a:pPr algn="l">
              <a:lnSpc>
                <a:spcPts val="7349"/>
              </a:lnSpc>
            </a:pPr>
            <a:r>
              <a:rPr lang="en-US" sz="4899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Filmtechnik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26177" y="3919473"/>
            <a:ext cx="4781992" cy="4781992"/>
          </a:xfrm>
          <a:custGeom>
            <a:avLst/>
            <a:gdLst/>
            <a:ahLst/>
            <a:cxnLst/>
            <a:rect r="r" b="b" t="t" l="l"/>
            <a:pathLst>
              <a:path h="4781992" w="4781992">
                <a:moveTo>
                  <a:pt x="0" y="0"/>
                </a:moveTo>
                <a:lnTo>
                  <a:pt x="4781992" y="0"/>
                </a:lnTo>
                <a:lnTo>
                  <a:pt x="4781992" y="4781992"/>
                </a:lnTo>
                <a:lnTo>
                  <a:pt x="0" y="4781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1494" y="13511251"/>
            <a:ext cx="3310506" cy="1079098"/>
          </a:xfrm>
          <a:custGeom>
            <a:avLst/>
            <a:gdLst/>
            <a:ahLst/>
            <a:cxnLst/>
            <a:rect r="r" b="b" t="t" l="l"/>
            <a:pathLst>
              <a:path h="1079098" w="3310506">
                <a:moveTo>
                  <a:pt x="0" y="0"/>
                </a:moveTo>
                <a:lnTo>
                  <a:pt x="3310506" y="0"/>
                </a:lnTo>
                <a:lnTo>
                  <a:pt x="3310506" y="1079098"/>
                </a:lnTo>
                <a:lnTo>
                  <a:pt x="0" y="1079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0764" y="1396751"/>
            <a:ext cx="8670473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Das Erpresservideo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443955" y="14770349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DAGZ7LOIc0s</dc:identifier>
  <dcterms:modified xsi:type="dcterms:W3CDTF">2011-08-01T06:04:30Z</dcterms:modified>
  <cp:revision>1</cp:revision>
  <dc:title>OER A3 Stationsschilder QR Code</dc:title>
</cp:coreProperties>
</file>