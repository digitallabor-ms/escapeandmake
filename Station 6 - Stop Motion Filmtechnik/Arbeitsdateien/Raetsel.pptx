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Poppins" charset="1" panose="00000500000000000000"/>
      <p:regular r:id="rId8"/>
    </p:embeddedFont>
    <p:embeddedFont>
      <p:font typeface="Poppins Bold" charset="1" panose="00000800000000000000"/>
      <p:regular r:id="rId9"/>
    </p:embeddedFont>
    <p:embeddedFont>
      <p:font typeface="Montserrat" charset="1" panose="00000500000000000000"/>
      <p:regular r:id="rId10"/>
    </p:embeddedFont>
    <p:embeddedFont>
      <p:font typeface="Campton Bold" charset="1" panose="020B00040201020202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5.png" Type="http://schemas.openxmlformats.org/officeDocument/2006/relationships/image"/><Relationship Id="rId16" Target="../media/image6.svg" Type="http://schemas.openxmlformats.org/officeDocument/2006/relationships/image"/><Relationship Id="rId17" Target="../media/image7.png" Type="http://schemas.openxmlformats.org/officeDocument/2006/relationships/image"/><Relationship Id="rId18" Target="../media/image8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189" y="269846"/>
            <a:ext cx="4929085" cy="318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Der USB-Stick wurde gestohlen,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 nun soll Geld erpresst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werden. Die Aufgabe ist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es, den geforderten Ort, den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Zeitpunkt und den Geldbetrag der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Übergabe zu bestimmen und ein Erpresservideo mit Spielfiguren zu erstellen.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602543">
            <a:off x="5598004" y="549578"/>
            <a:ext cx="1431288" cy="1089342"/>
          </a:xfrm>
          <a:custGeom>
            <a:avLst/>
            <a:gdLst/>
            <a:ahLst/>
            <a:cxnLst/>
            <a:rect r="r" b="b" t="t" l="l"/>
            <a:pathLst>
              <a:path h="1089342" w="1431288">
                <a:moveTo>
                  <a:pt x="0" y="0"/>
                </a:moveTo>
                <a:lnTo>
                  <a:pt x="1431288" y="0"/>
                </a:lnTo>
                <a:lnTo>
                  <a:pt x="1431288" y="1089343"/>
                </a:lnTo>
                <a:lnTo>
                  <a:pt x="0" y="1089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4558" y="3658761"/>
            <a:ext cx="1321174" cy="1051985"/>
          </a:xfrm>
          <a:custGeom>
            <a:avLst/>
            <a:gdLst/>
            <a:ahLst/>
            <a:cxnLst/>
            <a:rect r="r" b="b" t="t" l="l"/>
            <a:pathLst>
              <a:path h="1051985" w="1321174">
                <a:moveTo>
                  <a:pt x="0" y="0"/>
                </a:moveTo>
                <a:lnTo>
                  <a:pt x="1321174" y="0"/>
                </a:lnTo>
                <a:lnTo>
                  <a:pt x="1321174" y="1051985"/>
                </a:lnTo>
                <a:lnTo>
                  <a:pt x="0" y="1051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86690" y="4710746"/>
            <a:ext cx="2830193" cy="562925"/>
            <a:chOff x="0" y="0"/>
            <a:chExt cx="3773591" cy="7505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3" y="0"/>
                  </a:lnTo>
                  <a:lnTo>
                    <a:pt x="452443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56049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2" y="0"/>
                  </a:lnTo>
                  <a:lnTo>
                    <a:pt x="452442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02263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3" y="0"/>
                  </a:lnTo>
                  <a:lnTo>
                    <a:pt x="452443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9968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3" y="0"/>
                  </a:lnTo>
                  <a:lnTo>
                    <a:pt x="452443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061311" y="0"/>
              <a:ext cx="188132" cy="526244"/>
            </a:xfrm>
            <a:custGeom>
              <a:avLst/>
              <a:gdLst/>
              <a:ahLst/>
              <a:cxnLst/>
              <a:rect r="r" b="b" t="t" l="l"/>
              <a:pathLst>
                <a:path h="526244" w="188132">
                  <a:moveTo>
                    <a:pt x="0" y="0"/>
                  </a:moveTo>
                  <a:lnTo>
                    <a:pt x="188132" y="0"/>
                  </a:lnTo>
                  <a:lnTo>
                    <a:pt x="188132" y="526244"/>
                  </a:lnTo>
                  <a:lnTo>
                    <a:pt x="0" y="52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500657" y="-61175"/>
              <a:ext cx="1272934" cy="811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3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Uhr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171431" y="7566216"/>
            <a:ext cx="284434" cy="1961616"/>
          </a:xfrm>
          <a:custGeom>
            <a:avLst/>
            <a:gdLst/>
            <a:ahLst/>
            <a:cxnLst/>
            <a:rect r="r" b="b" t="t" l="l"/>
            <a:pathLst>
              <a:path h="1961616" w="284434">
                <a:moveTo>
                  <a:pt x="0" y="0"/>
                </a:moveTo>
                <a:lnTo>
                  <a:pt x="284434" y="0"/>
                </a:lnTo>
                <a:lnTo>
                  <a:pt x="284434" y="1961616"/>
                </a:lnTo>
                <a:lnTo>
                  <a:pt x="0" y="19616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5400000">
            <a:off x="1249368" y="8763766"/>
            <a:ext cx="233455" cy="1657669"/>
          </a:xfrm>
          <a:custGeom>
            <a:avLst/>
            <a:gdLst/>
            <a:ahLst/>
            <a:cxnLst/>
            <a:rect r="r" b="b" t="t" l="l"/>
            <a:pathLst>
              <a:path h="1657669" w="233455">
                <a:moveTo>
                  <a:pt x="233455" y="1657669"/>
                </a:moveTo>
                <a:lnTo>
                  <a:pt x="0" y="1657669"/>
                </a:lnTo>
                <a:lnTo>
                  <a:pt x="0" y="0"/>
                </a:lnTo>
                <a:lnTo>
                  <a:pt x="233455" y="0"/>
                </a:lnTo>
                <a:lnTo>
                  <a:pt x="233455" y="1657669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347065" y="3658761"/>
            <a:ext cx="390431" cy="520575"/>
          </a:xfrm>
          <a:custGeom>
            <a:avLst/>
            <a:gdLst/>
            <a:ahLst/>
            <a:cxnLst/>
            <a:rect r="r" b="b" t="t" l="l"/>
            <a:pathLst>
              <a:path h="520575" w="390431">
                <a:moveTo>
                  <a:pt x="0" y="0"/>
                </a:moveTo>
                <a:lnTo>
                  <a:pt x="390432" y="0"/>
                </a:lnTo>
                <a:lnTo>
                  <a:pt x="390432" y="520575"/>
                </a:lnTo>
                <a:lnTo>
                  <a:pt x="0" y="520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025521" y="5979346"/>
            <a:ext cx="3169773" cy="3173740"/>
            <a:chOff x="0" y="0"/>
            <a:chExt cx="4226363" cy="42316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26363" cy="4231653"/>
            </a:xfrm>
            <a:custGeom>
              <a:avLst/>
              <a:gdLst/>
              <a:ahLst/>
              <a:cxnLst/>
              <a:rect r="r" b="b" t="t" l="l"/>
              <a:pathLst>
                <a:path h="4231653" w="4226363">
                  <a:moveTo>
                    <a:pt x="0" y="0"/>
                  </a:moveTo>
                  <a:lnTo>
                    <a:pt x="4226363" y="0"/>
                  </a:lnTo>
                  <a:lnTo>
                    <a:pt x="4226363" y="4231653"/>
                  </a:lnTo>
                  <a:lnTo>
                    <a:pt x="0" y="4231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469658" y="472302"/>
              <a:ext cx="3287048" cy="3287048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42129" lIns="42129" bIns="42129" rIns="42129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608084" y="610729"/>
              <a:ext cx="3010195" cy="3010195"/>
            </a:xfrm>
            <a:custGeom>
              <a:avLst/>
              <a:gdLst/>
              <a:ahLst/>
              <a:cxnLst/>
              <a:rect r="r" b="b" t="t" l="l"/>
              <a:pathLst>
                <a:path h="3010195" w="3010195">
                  <a:moveTo>
                    <a:pt x="0" y="0"/>
                  </a:moveTo>
                  <a:lnTo>
                    <a:pt x="3010195" y="0"/>
                  </a:lnTo>
                  <a:lnTo>
                    <a:pt x="3010195" y="3010195"/>
                  </a:lnTo>
                  <a:lnTo>
                    <a:pt x="0" y="3010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76677" y="1765085"/>
              <a:ext cx="526112" cy="701483"/>
            </a:xfrm>
            <a:custGeom>
              <a:avLst/>
              <a:gdLst/>
              <a:ahLst/>
              <a:cxnLst/>
              <a:rect r="r" b="b" t="t" l="l"/>
              <a:pathLst>
                <a:path h="701483" w="526112">
                  <a:moveTo>
                    <a:pt x="0" y="0"/>
                  </a:moveTo>
                  <a:lnTo>
                    <a:pt x="526112" y="0"/>
                  </a:lnTo>
                  <a:lnTo>
                    <a:pt x="526112" y="701483"/>
                  </a:lnTo>
                  <a:lnTo>
                    <a:pt x="0" y="701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true" flipV="false" rot="-1471738">
              <a:off x="1926162" y="2724265"/>
              <a:ext cx="374040" cy="561410"/>
            </a:xfrm>
            <a:custGeom>
              <a:avLst/>
              <a:gdLst/>
              <a:ahLst/>
              <a:cxnLst/>
              <a:rect r="r" b="b" t="t" l="l"/>
              <a:pathLst>
                <a:path h="561410" w="374040">
                  <a:moveTo>
                    <a:pt x="374040" y="0"/>
                  </a:moveTo>
                  <a:lnTo>
                    <a:pt x="0" y="0"/>
                  </a:lnTo>
                  <a:lnTo>
                    <a:pt x="0" y="561410"/>
                  </a:lnTo>
                  <a:lnTo>
                    <a:pt x="374040" y="561410"/>
                  </a:lnTo>
                  <a:lnTo>
                    <a:pt x="37404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371189" y="9810373"/>
            <a:ext cx="2086044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Schlossplatz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70207" y="9461157"/>
            <a:ext cx="2789713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Pavillon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 Wienburgpark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172" y="4045693"/>
            <a:ext cx="60519" cy="13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801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1189" y="3457999"/>
            <a:ext cx="1049300" cy="66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Ort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1189" y="4948639"/>
            <a:ext cx="2960846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spc="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51°58'03.8"N 7°37'46.7"E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86690" y="3525411"/>
            <a:ext cx="2760091" cy="66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Uhrzeit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1920" y="10353331"/>
            <a:ext cx="7560000" cy="17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2"/>
              </a:lnSpc>
              <a:spcBef>
                <a:spcPct val="0"/>
              </a:spcBef>
            </a:pPr>
            <a:r>
              <a:rPr lang="en-US" sz="12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200" y="528590"/>
            <a:ext cx="6611412" cy="3825818"/>
            <a:chOff x="0" y="0"/>
            <a:chExt cx="8815216" cy="51010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847403" y="2348169"/>
              <a:ext cx="486140" cy="594667"/>
            </a:xfrm>
            <a:custGeom>
              <a:avLst/>
              <a:gdLst/>
              <a:ahLst/>
              <a:cxnLst/>
              <a:rect r="r" b="b" t="t" l="l"/>
              <a:pathLst>
                <a:path h="594667" w="486140">
                  <a:moveTo>
                    <a:pt x="0" y="0"/>
                  </a:moveTo>
                  <a:lnTo>
                    <a:pt x="486140" y="0"/>
                  </a:lnTo>
                  <a:lnTo>
                    <a:pt x="486140" y="594667"/>
                  </a:lnTo>
                  <a:lnTo>
                    <a:pt x="0" y="59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847403" y="3454513"/>
              <a:ext cx="576880" cy="496117"/>
            </a:xfrm>
            <a:custGeom>
              <a:avLst/>
              <a:gdLst/>
              <a:ahLst/>
              <a:cxnLst/>
              <a:rect r="r" b="b" t="t" l="l"/>
              <a:pathLst>
                <a:path h="496117" w="576880">
                  <a:moveTo>
                    <a:pt x="0" y="0"/>
                  </a:moveTo>
                  <a:lnTo>
                    <a:pt x="576880" y="0"/>
                  </a:lnTo>
                  <a:lnTo>
                    <a:pt x="576880" y="496117"/>
                  </a:lnTo>
                  <a:lnTo>
                    <a:pt x="0" y="496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6612943" y="2365630"/>
              <a:ext cx="2004260" cy="468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Heute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570582" y="3269348"/>
              <a:ext cx="2244634" cy="9387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Datum der Übergabe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41456" cy="5101090"/>
            </a:xfrm>
            <a:custGeom>
              <a:avLst/>
              <a:gdLst/>
              <a:ahLst/>
              <a:cxnLst/>
              <a:rect r="r" b="b" t="t" l="l"/>
              <a:pathLst>
                <a:path h="5101090" w="5341456">
                  <a:moveTo>
                    <a:pt x="0" y="0"/>
                  </a:moveTo>
                  <a:lnTo>
                    <a:pt x="5341456" y="0"/>
                  </a:lnTo>
                  <a:lnTo>
                    <a:pt x="5341456" y="5101090"/>
                  </a:lnTo>
                  <a:lnTo>
                    <a:pt x="0" y="5101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844293" y="2092380"/>
              <a:ext cx="296652" cy="428981"/>
              <a:chOff x="0" y="0"/>
              <a:chExt cx="79735" cy="11530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9735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79735">
                    <a:moveTo>
                      <a:pt x="0" y="0"/>
                    </a:moveTo>
                    <a:lnTo>
                      <a:pt x="79735" y="0"/>
                    </a:lnTo>
                    <a:lnTo>
                      <a:pt x="79735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79735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917803" y="1434799"/>
              <a:ext cx="245632" cy="428981"/>
              <a:chOff x="0" y="0"/>
              <a:chExt cx="66022" cy="11530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2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66022">
                    <a:moveTo>
                      <a:pt x="0" y="0"/>
                    </a:moveTo>
                    <a:lnTo>
                      <a:pt x="66022" y="0"/>
                    </a:lnTo>
                    <a:lnTo>
                      <a:pt x="6602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6602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415321" y="1434799"/>
              <a:ext cx="306948" cy="428981"/>
              <a:chOff x="0" y="0"/>
              <a:chExt cx="82502" cy="11530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250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82502">
                    <a:moveTo>
                      <a:pt x="0" y="0"/>
                    </a:moveTo>
                    <a:lnTo>
                      <a:pt x="82502" y="0"/>
                    </a:lnTo>
                    <a:lnTo>
                      <a:pt x="8250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47625"/>
                <a:ext cx="8250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970193" y="1434799"/>
              <a:ext cx="303357" cy="428981"/>
              <a:chOff x="0" y="0"/>
              <a:chExt cx="81537" cy="11530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537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81537">
                    <a:moveTo>
                      <a:pt x="0" y="0"/>
                    </a:moveTo>
                    <a:lnTo>
                      <a:pt x="81537" y="0"/>
                    </a:lnTo>
                    <a:lnTo>
                      <a:pt x="81537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81537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479550" y="1434799"/>
              <a:ext cx="296652" cy="428981"/>
              <a:chOff x="0" y="0"/>
              <a:chExt cx="79735" cy="1153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9735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79735">
                    <a:moveTo>
                      <a:pt x="0" y="0"/>
                    </a:moveTo>
                    <a:lnTo>
                      <a:pt x="79735" y="0"/>
                    </a:lnTo>
                    <a:lnTo>
                      <a:pt x="79735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79735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3030202" y="1434799"/>
              <a:ext cx="296652" cy="428981"/>
              <a:chOff x="0" y="0"/>
              <a:chExt cx="79735" cy="11530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9735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79735">
                    <a:moveTo>
                      <a:pt x="0" y="0"/>
                    </a:moveTo>
                    <a:lnTo>
                      <a:pt x="79735" y="0"/>
                    </a:lnTo>
                    <a:lnTo>
                      <a:pt x="79735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79735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580854" y="1434799"/>
              <a:ext cx="296652" cy="428981"/>
              <a:chOff x="0" y="0"/>
              <a:chExt cx="79735" cy="11530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9735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79735">
                    <a:moveTo>
                      <a:pt x="0" y="0"/>
                    </a:moveTo>
                    <a:lnTo>
                      <a:pt x="79735" y="0"/>
                    </a:lnTo>
                    <a:lnTo>
                      <a:pt x="79735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79735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080706" y="1434799"/>
              <a:ext cx="296652" cy="428981"/>
              <a:chOff x="0" y="0"/>
              <a:chExt cx="79735" cy="115303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79735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79735">
                    <a:moveTo>
                      <a:pt x="0" y="0"/>
                    </a:moveTo>
                    <a:lnTo>
                      <a:pt x="79735" y="0"/>
                    </a:lnTo>
                    <a:lnTo>
                      <a:pt x="79735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79735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425616" y="2023015"/>
              <a:ext cx="296652" cy="428981"/>
              <a:chOff x="0" y="0"/>
              <a:chExt cx="79735" cy="11530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9735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79735">
                    <a:moveTo>
                      <a:pt x="0" y="0"/>
                    </a:moveTo>
                    <a:lnTo>
                      <a:pt x="79735" y="0"/>
                    </a:lnTo>
                    <a:lnTo>
                      <a:pt x="79735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79735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749549" y="1955878"/>
              <a:ext cx="486140" cy="594667"/>
            </a:xfrm>
            <a:custGeom>
              <a:avLst/>
              <a:gdLst/>
              <a:ahLst/>
              <a:cxnLst/>
              <a:rect r="r" b="b" t="t" l="l"/>
              <a:pathLst>
                <a:path h="594667" w="486140">
                  <a:moveTo>
                    <a:pt x="0" y="0"/>
                  </a:moveTo>
                  <a:lnTo>
                    <a:pt x="486140" y="0"/>
                  </a:lnTo>
                  <a:lnTo>
                    <a:pt x="486140" y="594667"/>
                  </a:lnTo>
                  <a:lnTo>
                    <a:pt x="0" y="594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6" id="36"/>
            <p:cNvGrpSpPr/>
            <p:nvPr/>
          </p:nvGrpSpPr>
          <p:grpSpPr>
            <a:xfrm rot="0">
              <a:off x="1970193" y="2038721"/>
              <a:ext cx="360781" cy="428981"/>
              <a:chOff x="0" y="0"/>
              <a:chExt cx="96972" cy="11530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447485" y="2038721"/>
              <a:ext cx="360781" cy="428981"/>
              <a:chOff x="0" y="0"/>
              <a:chExt cx="96972" cy="11530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998766" y="2038721"/>
              <a:ext cx="360781" cy="428981"/>
              <a:chOff x="0" y="0"/>
              <a:chExt cx="96972" cy="11530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548790" y="2038721"/>
              <a:ext cx="360781" cy="428981"/>
              <a:chOff x="0" y="0"/>
              <a:chExt cx="96972" cy="115303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4016578" y="2023015"/>
              <a:ext cx="360781" cy="428981"/>
              <a:chOff x="0" y="0"/>
              <a:chExt cx="96972" cy="115303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51" id="51"/>
            <p:cNvSpPr/>
            <p:nvPr/>
          </p:nvSpPr>
          <p:spPr>
            <a:xfrm flipH="false" flipV="false" rot="0">
              <a:off x="4117960" y="1955878"/>
              <a:ext cx="576880" cy="496117"/>
            </a:xfrm>
            <a:custGeom>
              <a:avLst/>
              <a:gdLst/>
              <a:ahLst/>
              <a:cxnLst/>
              <a:rect r="r" b="b" t="t" l="l"/>
              <a:pathLst>
                <a:path h="496117" w="576880">
                  <a:moveTo>
                    <a:pt x="0" y="0"/>
                  </a:moveTo>
                  <a:lnTo>
                    <a:pt x="576881" y="0"/>
                  </a:lnTo>
                  <a:lnTo>
                    <a:pt x="576881" y="496117"/>
                  </a:lnTo>
                  <a:lnTo>
                    <a:pt x="0" y="496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2" id="52"/>
            <p:cNvGrpSpPr/>
            <p:nvPr/>
          </p:nvGrpSpPr>
          <p:grpSpPr>
            <a:xfrm rot="0">
              <a:off x="860228" y="2639445"/>
              <a:ext cx="360781" cy="428981"/>
              <a:chOff x="0" y="0"/>
              <a:chExt cx="96972" cy="115303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415321" y="2639445"/>
              <a:ext cx="360781" cy="428981"/>
              <a:chOff x="0" y="0"/>
              <a:chExt cx="96972" cy="115303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1941481" y="2645502"/>
              <a:ext cx="360781" cy="428981"/>
              <a:chOff x="0" y="0"/>
              <a:chExt cx="96972" cy="115303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2467362" y="2645502"/>
              <a:ext cx="360781" cy="428981"/>
              <a:chOff x="0" y="0"/>
              <a:chExt cx="96972" cy="115303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2966073" y="2645502"/>
              <a:ext cx="360781" cy="428981"/>
              <a:chOff x="0" y="0"/>
              <a:chExt cx="96972" cy="115303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3491954" y="2645502"/>
              <a:ext cx="417617" cy="428981"/>
              <a:chOff x="0" y="0"/>
              <a:chExt cx="112248" cy="115303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112248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112248">
                    <a:moveTo>
                      <a:pt x="0" y="0"/>
                    </a:moveTo>
                    <a:lnTo>
                      <a:pt x="112248" y="0"/>
                    </a:lnTo>
                    <a:lnTo>
                      <a:pt x="112248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47625"/>
                <a:ext cx="112248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4062438" y="2633388"/>
              <a:ext cx="411349" cy="441095"/>
              <a:chOff x="0" y="0"/>
              <a:chExt cx="110564" cy="118559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10564" cy="118559"/>
              </a:xfrm>
              <a:custGeom>
                <a:avLst/>
                <a:gdLst/>
                <a:ahLst/>
                <a:cxnLst/>
                <a:rect r="r" b="b" t="t" l="l"/>
                <a:pathLst>
                  <a:path h="118559" w="110564">
                    <a:moveTo>
                      <a:pt x="0" y="0"/>
                    </a:moveTo>
                    <a:lnTo>
                      <a:pt x="110564" y="0"/>
                    </a:lnTo>
                    <a:lnTo>
                      <a:pt x="110564" y="118559"/>
                    </a:lnTo>
                    <a:lnTo>
                      <a:pt x="0" y="118559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47625"/>
                <a:ext cx="110564" cy="166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804260" y="3273591"/>
              <a:ext cx="456256" cy="462549"/>
              <a:chOff x="0" y="0"/>
              <a:chExt cx="122634" cy="124325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22634" cy="124325"/>
              </a:xfrm>
              <a:custGeom>
                <a:avLst/>
                <a:gdLst/>
                <a:ahLst/>
                <a:cxnLst/>
                <a:rect r="r" b="b" t="t" l="l"/>
                <a:pathLst>
                  <a:path h="124325" w="122634">
                    <a:moveTo>
                      <a:pt x="0" y="0"/>
                    </a:moveTo>
                    <a:lnTo>
                      <a:pt x="122634" y="0"/>
                    </a:lnTo>
                    <a:lnTo>
                      <a:pt x="122634" y="124325"/>
                    </a:lnTo>
                    <a:lnTo>
                      <a:pt x="0" y="124325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47625"/>
                <a:ext cx="122634" cy="171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1425616" y="3273591"/>
              <a:ext cx="360781" cy="428981"/>
              <a:chOff x="0" y="0"/>
              <a:chExt cx="96972" cy="115303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96972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96972">
                    <a:moveTo>
                      <a:pt x="0" y="0"/>
                    </a:moveTo>
                    <a:lnTo>
                      <a:pt x="96972" y="0"/>
                    </a:lnTo>
                    <a:lnTo>
                      <a:pt x="96972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47625"/>
                <a:ext cx="96972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1912768" y="3273591"/>
              <a:ext cx="418206" cy="428981"/>
              <a:chOff x="0" y="0"/>
              <a:chExt cx="112407" cy="11530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12407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112407">
                    <a:moveTo>
                      <a:pt x="0" y="0"/>
                    </a:moveTo>
                    <a:lnTo>
                      <a:pt x="112407" y="0"/>
                    </a:lnTo>
                    <a:lnTo>
                      <a:pt x="112407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47625"/>
                <a:ext cx="112407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2415421" y="3273591"/>
              <a:ext cx="412722" cy="428981"/>
              <a:chOff x="0" y="0"/>
              <a:chExt cx="110933" cy="11530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110933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110933">
                    <a:moveTo>
                      <a:pt x="0" y="0"/>
                    </a:moveTo>
                    <a:lnTo>
                      <a:pt x="110933" y="0"/>
                    </a:lnTo>
                    <a:lnTo>
                      <a:pt x="110933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47625"/>
                <a:ext cx="110933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2998766" y="3273591"/>
              <a:ext cx="376717" cy="428981"/>
              <a:chOff x="0" y="0"/>
              <a:chExt cx="101255" cy="11530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101255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101255">
                    <a:moveTo>
                      <a:pt x="0" y="0"/>
                    </a:moveTo>
                    <a:lnTo>
                      <a:pt x="101255" y="0"/>
                    </a:lnTo>
                    <a:lnTo>
                      <a:pt x="101255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47625"/>
                <a:ext cx="101255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88" id="88"/>
            <p:cNvGrpSpPr/>
            <p:nvPr/>
          </p:nvGrpSpPr>
          <p:grpSpPr>
            <a:xfrm rot="0">
              <a:off x="3532854" y="3273591"/>
              <a:ext cx="376717" cy="428981"/>
              <a:chOff x="0" y="0"/>
              <a:chExt cx="101255" cy="115303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101255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101255">
                    <a:moveTo>
                      <a:pt x="0" y="0"/>
                    </a:moveTo>
                    <a:lnTo>
                      <a:pt x="101255" y="0"/>
                    </a:lnTo>
                    <a:lnTo>
                      <a:pt x="101255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-47625"/>
                <a:ext cx="101255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91" id="91"/>
            <p:cNvGrpSpPr/>
            <p:nvPr/>
          </p:nvGrpSpPr>
          <p:grpSpPr>
            <a:xfrm rot="0">
              <a:off x="4062438" y="3307159"/>
              <a:ext cx="376717" cy="428981"/>
              <a:chOff x="0" y="0"/>
              <a:chExt cx="101255" cy="115303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101255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101255">
                    <a:moveTo>
                      <a:pt x="0" y="0"/>
                    </a:moveTo>
                    <a:lnTo>
                      <a:pt x="101255" y="0"/>
                    </a:lnTo>
                    <a:lnTo>
                      <a:pt x="101255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47625"/>
                <a:ext cx="101255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844293" y="3905772"/>
              <a:ext cx="441624" cy="428981"/>
              <a:chOff x="0" y="0"/>
              <a:chExt cx="118701" cy="115303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118701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118701">
                    <a:moveTo>
                      <a:pt x="0" y="0"/>
                    </a:moveTo>
                    <a:lnTo>
                      <a:pt x="118701" y="0"/>
                    </a:lnTo>
                    <a:lnTo>
                      <a:pt x="118701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47625"/>
                <a:ext cx="118701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1425616" y="3905772"/>
              <a:ext cx="376717" cy="428981"/>
              <a:chOff x="0" y="0"/>
              <a:chExt cx="101255" cy="115303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101255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101255">
                    <a:moveTo>
                      <a:pt x="0" y="0"/>
                    </a:moveTo>
                    <a:lnTo>
                      <a:pt x="101255" y="0"/>
                    </a:lnTo>
                    <a:lnTo>
                      <a:pt x="101255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47625"/>
                <a:ext cx="101255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1941481" y="3905772"/>
              <a:ext cx="391396" cy="428981"/>
              <a:chOff x="0" y="0"/>
              <a:chExt cx="105201" cy="11530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05201" cy="115303"/>
              </a:xfrm>
              <a:custGeom>
                <a:avLst/>
                <a:gdLst/>
                <a:ahLst/>
                <a:cxnLst/>
                <a:rect r="r" b="b" t="t" l="l"/>
                <a:pathLst>
                  <a:path h="115303" w="105201">
                    <a:moveTo>
                      <a:pt x="0" y="0"/>
                    </a:moveTo>
                    <a:lnTo>
                      <a:pt x="105201" y="0"/>
                    </a:lnTo>
                    <a:lnTo>
                      <a:pt x="105201" y="115303"/>
                    </a:lnTo>
                    <a:lnTo>
                      <a:pt x="0" y="115303"/>
                    </a:lnTo>
                    <a:close/>
                  </a:path>
                </a:pathLst>
              </a:custGeom>
              <a:solidFill>
                <a:srgbClr val="F6F6F1"/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-47625"/>
                <a:ext cx="105201" cy="162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</p:grpSp>
      <p:sp>
        <p:nvSpPr>
          <p:cNvPr name="Freeform 103" id="103"/>
          <p:cNvSpPr/>
          <p:nvPr/>
        </p:nvSpPr>
        <p:spPr>
          <a:xfrm flipH="false" flipV="false" rot="807684">
            <a:off x="5675531" y="528590"/>
            <a:ext cx="1411080" cy="1073962"/>
          </a:xfrm>
          <a:custGeom>
            <a:avLst/>
            <a:gdLst/>
            <a:ahLst/>
            <a:cxnLst/>
            <a:rect r="r" b="b" t="t" l="l"/>
            <a:pathLst>
              <a:path h="1073962" w="1411080">
                <a:moveTo>
                  <a:pt x="0" y="0"/>
                </a:moveTo>
                <a:lnTo>
                  <a:pt x="1411081" y="0"/>
                </a:lnTo>
                <a:lnTo>
                  <a:pt x="1411081" y="1073963"/>
                </a:lnTo>
                <a:lnTo>
                  <a:pt x="0" y="10739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4" id="104"/>
          <p:cNvGrpSpPr/>
          <p:nvPr/>
        </p:nvGrpSpPr>
        <p:grpSpPr>
          <a:xfrm rot="0">
            <a:off x="3652922" y="5400618"/>
            <a:ext cx="3757885" cy="4884866"/>
            <a:chOff x="0" y="0"/>
            <a:chExt cx="5010514" cy="651315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010514" cy="6513155"/>
            </a:xfrm>
            <a:custGeom>
              <a:avLst/>
              <a:gdLst/>
              <a:ahLst/>
              <a:cxnLst/>
              <a:rect r="r" b="b" t="t" l="l"/>
              <a:pathLst>
                <a:path h="6513155" w="5010514">
                  <a:moveTo>
                    <a:pt x="0" y="0"/>
                  </a:moveTo>
                  <a:lnTo>
                    <a:pt x="5010514" y="0"/>
                  </a:lnTo>
                  <a:lnTo>
                    <a:pt x="5010514" y="6513155"/>
                  </a:lnTo>
                  <a:lnTo>
                    <a:pt x="0" y="6513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2609" r="-206860" b="-1750"/>
              </a:stretch>
            </a:blip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106819" y="5986554"/>
              <a:ext cx="453494" cy="78795"/>
            </a:xfrm>
            <a:custGeom>
              <a:avLst/>
              <a:gdLst/>
              <a:ahLst/>
              <a:cxnLst/>
              <a:rect r="r" b="b" t="t" l="l"/>
              <a:pathLst>
                <a:path h="78795" w="453494">
                  <a:moveTo>
                    <a:pt x="0" y="0"/>
                  </a:moveTo>
                  <a:lnTo>
                    <a:pt x="453494" y="0"/>
                  </a:lnTo>
                  <a:lnTo>
                    <a:pt x="453494" y="78795"/>
                  </a:lnTo>
                  <a:lnTo>
                    <a:pt x="0" y="78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712292" y="5986554"/>
              <a:ext cx="453494" cy="78795"/>
            </a:xfrm>
            <a:custGeom>
              <a:avLst/>
              <a:gdLst/>
              <a:ahLst/>
              <a:cxnLst/>
              <a:rect r="r" b="b" t="t" l="l"/>
              <a:pathLst>
                <a:path h="78795" w="453494">
                  <a:moveTo>
                    <a:pt x="0" y="0"/>
                  </a:moveTo>
                  <a:lnTo>
                    <a:pt x="453494" y="0"/>
                  </a:lnTo>
                  <a:lnTo>
                    <a:pt x="453494" y="78795"/>
                  </a:lnTo>
                  <a:lnTo>
                    <a:pt x="0" y="78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1301862" y="5986554"/>
              <a:ext cx="453494" cy="78795"/>
            </a:xfrm>
            <a:custGeom>
              <a:avLst/>
              <a:gdLst/>
              <a:ahLst/>
              <a:cxnLst/>
              <a:rect r="r" b="b" t="t" l="l"/>
              <a:pathLst>
                <a:path h="78795" w="453494">
                  <a:moveTo>
                    <a:pt x="0" y="0"/>
                  </a:moveTo>
                  <a:lnTo>
                    <a:pt x="453494" y="0"/>
                  </a:lnTo>
                  <a:lnTo>
                    <a:pt x="453494" y="78795"/>
                  </a:lnTo>
                  <a:lnTo>
                    <a:pt x="0" y="78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1951542" y="5986554"/>
              <a:ext cx="453494" cy="78795"/>
            </a:xfrm>
            <a:custGeom>
              <a:avLst/>
              <a:gdLst/>
              <a:ahLst/>
              <a:cxnLst/>
              <a:rect r="r" b="b" t="t" l="l"/>
              <a:pathLst>
                <a:path h="78795" w="453494">
                  <a:moveTo>
                    <a:pt x="0" y="0"/>
                  </a:moveTo>
                  <a:lnTo>
                    <a:pt x="453494" y="0"/>
                  </a:lnTo>
                  <a:lnTo>
                    <a:pt x="453494" y="78795"/>
                  </a:lnTo>
                  <a:lnTo>
                    <a:pt x="0" y="78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2570007" y="5986554"/>
              <a:ext cx="453494" cy="78795"/>
            </a:xfrm>
            <a:custGeom>
              <a:avLst/>
              <a:gdLst/>
              <a:ahLst/>
              <a:cxnLst/>
              <a:rect r="r" b="b" t="t" l="l"/>
              <a:pathLst>
                <a:path h="78795" w="453494">
                  <a:moveTo>
                    <a:pt x="0" y="0"/>
                  </a:moveTo>
                  <a:lnTo>
                    <a:pt x="453494" y="0"/>
                  </a:lnTo>
                  <a:lnTo>
                    <a:pt x="453494" y="78795"/>
                  </a:lnTo>
                  <a:lnTo>
                    <a:pt x="0" y="78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3188473" y="5986554"/>
              <a:ext cx="453494" cy="78795"/>
            </a:xfrm>
            <a:custGeom>
              <a:avLst/>
              <a:gdLst/>
              <a:ahLst/>
              <a:cxnLst/>
              <a:rect r="r" b="b" t="t" l="l"/>
              <a:pathLst>
                <a:path h="78795" w="453494">
                  <a:moveTo>
                    <a:pt x="0" y="0"/>
                  </a:moveTo>
                  <a:lnTo>
                    <a:pt x="453494" y="0"/>
                  </a:lnTo>
                  <a:lnTo>
                    <a:pt x="453494" y="78795"/>
                  </a:lnTo>
                  <a:lnTo>
                    <a:pt x="0" y="78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3997298" y="5744721"/>
              <a:ext cx="464925" cy="483667"/>
            </a:xfrm>
            <a:custGeom>
              <a:avLst/>
              <a:gdLst/>
              <a:ahLst/>
              <a:cxnLst/>
              <a:rect r="r" b="b" t="t" l="l"/>
              <a:pathLst>
                <a:path h="483667" w="464925">
                  <a:moveTo>
                    <a:pt x="0" y="0"/>
                  </a:moveTo>
                  <a:lnTo>
                    <a:pt x="464924" y="0"/>
                  </a:lnTo>
                  <a:lnTo>
                    <a:pt x="464924" y="483667"/>
                  </a:lnTo>
                  <a:lnTo>
                    <a:pt x="0" y="483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3" id="113"/>
          <p:cNvSpPr txBox="true"/>
          <p:nvPr/>
        </p:nvSpPr>
        <p:spPr>
          <a:xfrm rot="0">
            <a:off x="30172" y="4045693"/>
            <a:ext cx="60519" cy="13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801" spc="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&gt;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75200" y="5985164"/>
            <a:ext cx="2213570" cy="66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Betrag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617276" y="6903875"/>
            <a:ext cx="2574727" cy="303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5"/>
              </a:lnSpc>
            </a:pPr>
            <a:r>
              <a:rPr lang="en-US" sz="2500" b="true">
                <a:solidFill>
                  <a:srgbClr val="007940"/>
                </a:solidFill>
                <a:latin typeface="Campton Bold"/>
                <a:ea typeface="Campton Bold"/>
                <a:cs typeface="Campton Bold"/>
                <a:sym typeface="Campton Bold"/>
              </a:rPr>
              <a:t>ABZWEIGUNG</a:t>
            </a:r>
          </a:p>
          <a:p>
            <a:pPr algn="l">
              <a:lnSpc>
                <a:spcPts val="4025"/>
              </a:lnSpc>
            </a:pPr>
            <a:r>
              <a:rPr lang="en-US" sz="2500" b="true">
                <a:solidFill>
                  <a:srgbClr val="D12229"/>
                </a:solidFill>
                <a:latin typeface="Campton Bold"/>
                <a:ea typeface="Campton Bold"/>
                <a:cs typeface="Campton Bold"/>
                <a:sym typeface="Campton Bold"/>
              </a:rPr>
              <a:t>NACHT</a:t>
            </a:r>
          </a:p>
          <a:p>
            <a:pPr algn="l">
              <a:lnSpc>
                <a:spcPts val="4025"/>
              </a:lnSpc>
            </a:pPr>
            <a:r>
              <a:rPr lang="en-US" sz="2500" b="true">
                <a:solidFill>
                  <a:srgbClr val="732982"/>
                </a:solidFill>
                <a:latin typeface="Campton Bold"/>
                <a:ea typeface="Campton Bold"/>
                <a:cs typeface="Campton Bold"/>
                <a:sym typeface="Campton Bold"/>
              </a:rPr>
              <a:t>GEMEINSCHAFT</a:t>
            </a:r>
          </a:p>
          <a:p>
            <a:pPr algn="l">
              <a:lnSpc>
                <a:spcPts val="4025"/>
              </a:lnSpc>
            </a:pPr>
            <a:r>
              <a:rPr lang="en-US" sz="2500" b="true">
                <a:solidFill>
                  <a:srgbClr val="F68A1E"/>
                </a:solidFill>
                <a:latin typeface="Campton Bold"/>
                <a:ea typeface="Campton Bold"/>
                <a:cs typeface="Campton Bold"/>
                <a:sym typeface="Campton Bold"/>
              </a:rPr>
              <a:t>WILDREIS</a:t>
            </a:r>
          </a:p>
          <a:p>
            <a:pPr algn="l">
              <a:lnSpc>
                <a:spcPts val="4025"/>
              </a:lnSpc>
            </a:pPr>
            <a:r>
              <a:rPr lang="en-US" sz="2500" b="true">
                <a:solidFill>
                  <a:srgbClr val="24408E"/>
                </a:solidFill>
                <a:latin typeface="Campton Bold"/>
                <a:ea typeface="Campton Bold"/>
                <a:cs typeface="Campton Bold"/>
                <a:sym typeface="Campton Bold"/>
              </a:rPr>
              <a:t>SCHNULLER</a:t>
            </a:r>
          </a:p>
          <a:p>
            <a:pPr algn="l">
              <a:lnSpc>
                <a:spcPts val="4025"/>
              </a:lnSpc>
            </a:pPr>
            <a:r>
              <a:rPr lang="en-US" sz="2500" b="true">
                <a:solidFill>
                  <a:srgbClr val="FDE01A"/>
                </a:solidFill>
                <a:latin typeface="Campton Bold"/>
                <a:ea typeface="Campton Bold"/>
                <a:cs typeface="Campton Bold"/>
                <a:sym typeface="Campton Bold"/>
              </a:rPr>
              <a:t>KLAVIER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3510350" y="4885837"/>
            <a:ext cx="3539311" cy="424163"/>
            <a:chOff x="0" y="0"/>
            <a:chExt cx="4719081" cy="56555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3" y="0"/>
                  </a:lnTo>
                  <a:lnTo>
                    <a:pt x="452443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556049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2" y="0"/>
                  </a:lnTo>
                  <a:lnTo>
                    <a:pt x="452442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1302263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3" y="0"/>
                  </a:lnTo>
                  <a:lnTo>
                    <a:pt x="452443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1859968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3" y="0"/>
                  </a:lnTo>
                  <a:lnTo>
                    <a:pt x="452443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1061311" y="0"/>
              <a:ext cx="188132" cy="526244"/>
            </a:xfrm>
            <a:custGeom>
              <a:avLst/>
              <a:gdLst/>
              <a:ahLst/>
              <a:cxnLst/>
              <a:rect r="r" b="b" t="t" l="l"/>
              <a:pathLst>
                <a:path h="526244" w="188132">
                  <a:moveTo>
                    <a:pt x="0" y="0"/>
                  </a:moveTo>
                  <a:lnTo>
                    <a:pt x="188132" y="0"/>
                  </a:lnTo>
                  <a:lnTo>
                    <a:pt x="188132" y="526244"/>
                  </a:lnTo>
                  <a:lnTo>
                    <a:pt x="0" y="52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2604511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2" y="0"/>
                  </a:lnTo>
                  <a:lnTo>
                    <a:pt x="452442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3158553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3" y="0"/>
                  </a:lnTo>
                  <a:lnTo>
                    <a:pt x="452443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3712596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2" y="0"/>
                  </a:lnTo>
                  <a:lnTo>
                    <a:pt x="452442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4266638" y="486938"/>
              <a:ext cx="452443" cy="78612"/>
            </a:xfrm>
            <a:custGeom>
              <a:avLst/>
              <a:gdLst/>
              <a:ahLst/>
              <a:cxnLst/>
              <a:rect r="r" b="b" t="t" l="l"/>
              <a:pathLst>
                <a:path h="78612" w="452443">
                  <a:moveTo>
                    <a:pt x="0" y="0"/>
                  </a:moveTo>
                  <a:lnTo>
                    <a:pt x="452443" y="0"/>
                  </a:lnTo>
                  <a:lnTo>
                    <a:pt x="452443" y="78612"/>
                  </a:lnTo>
                  <a:lnTo>
                    <a:pt x="0" y="7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2363211" y="0"/>
              <a:ext cx="188132" cy="526244"/>
            </a:xfrm>
            <a:custGeom>
              <a:avLst/>
              <a:gdLst/>
              <a:ahLst/>
              <a:cxnLst/>
              <a:rect r="r" b="b" t="t" l="l"/>
              <a:pathLst>
                <a:path h="526244" w="188132">
                  <a:moveTo>
                    <a:pt x="0" y="0"/>
                  </a:moveTo>
                  <a:lnTo>
                    <a:pt x="188132" y="0"/>
                  </a:lnTo>
                  <a:lnTo>
                    <a:pt x="188132" y="526244"/>
                  </a:lnTo>
                  <a:lnTo>
                    <a:pt x="0" y="52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7" id="127"/>
          <p:cNvSpPr txBox="true"/>
          <p:nvPr/>
        </p:nvSpPr>
        <p:spPr>
          <a:xfrm rot="0">
            <a:off x="475200" y="4733869"/>
            <a:ext cx="2213570" cy="66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Datum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220184" y="10353000"/>
            <a:ext cx="6865477" cy="17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2"/>
              </a:lnSpc>
              <a:spcBef>
                <a:spcPct val="0"/>
              </a:spcBef>
            </a:pPr>
            <a:r>
              <a:rPr lang="en-US" sz="12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DAG17mnOgmE</dc:identifier>
  <dcterms:modified xsi:type="dcterms:W3CDTF">2011-08-01T06:04:30Z</dcterms:modified>
  <cp:revision>1</cp:revision>
  <dc:title>OER Station 6 - Rätsel</dc:title>
</cp:coreProperties>
</file>