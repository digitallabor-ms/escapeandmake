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Campton Bold" charset="1" panose="020B0004020102020203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FB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8307">
            <a:off x="7396861" y="698581"/>
            <a:ext cx="2308183" cy="1756740"/>
          </a:xfrm>
          <a:custGeom>
            <a:avLst/>
            <a:gdLst/>
            <a:ahLst/>
            <a:cxnLst/>
            <a:rect r="r" b="b" t="t" l="l"/>
            <a:pathLst>
              <a:path h="1756740" w="2308183">
                <a:moveTo>
                  <a:pt x="0" y="0"/>
                </a:moveTo>
                <a:lnTo>
                  <a:pt x="2308183" y="0"/>
                </a:lnTo>
                <a:lnTo>
                  <a:pt x="2308183" y="1756740"/>
                </a:lnTo>
                <a:lnTo>
                  <a:pt x="0" y="1756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8246" y="2998124"/>
            <a:ext cx="8809273" cy="601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true">
                <a:solidFill>
                  <a:srgbClr val="FFFFFF"/>
                </a:solidFill>
                <a:latin typeface="Campton Bold"/>
                <a:ea typeface="Campton Bold"/>
                <a:cs typeface="Campton Bold"/>
                <a:sym typeface="Campton Bold"/>
              </a:rPr>
              <a:t>Der Raubzug war erfolgreich, jetzt soll Lösegeld erpresst werden. Dreht ein Erpresservideo mit der </a:t>
            </a:r>
            <a:r>
              <a:rPr lang="en-US" sz="4500" b="true">
                <a:solidFill>
                  <a:srgbClr val="000629"/>
                </a:solidFill>
                <a:latin typeface="Campton Bold"/>
                <a:ea typeface="Campton Bold"/>
                <a:cs typeface="Campton Bold"/>
                <a:sym typeface="Campton Bold"/>
              </a:rPr>
              <a:t>Stop Motion Filmtechnik </a:t>
            </a:r>
            <a:r>
              <a:rPr lang="en-US" sz="4500" b="true">
                <a:solidFill>
                  <a:srgbClr val="FFFFFF"/>
                </a:solidFill>
                <a:latin typeface="Campton Bold"/>
                <a:ea typeface="Campton Bold"/>
                <a:cs typeface="Campton Bold"/>
                <a:sym typeface="Campton Bold"/>
              </a:rPr>
              <a:t>und lasst die Besitzer:innen wissen, welche Summe ihr haben wollt.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54541" y="9298535"/>
            <a:ext cx="3032459" cy="988465"/>
          </a:xfrm>
          <a:custGeom>
            <a:avLst/>
            <a:gdLst/>
            <a:ahLst/>
            <a:cxnLst/>
            <a:rect r="r" b="b" t="t" l="l"/>
            <a:pathLst>
              <a:path h="988465" w="3032459">
                <a:moveTo>
                  <a:pt x="0" y="0"/>
                </a:moveTo>
                <a:lnTo>
                  <a:pt x="3032459" y="0"/>
                </a:lnTo>
                <a:lnTo>
                  <a:pt x="3032459" y="988465"/>
                </a:lnTo>
                <a:lnTo>
                  <a:pt x="0" y="98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25" y="9991590"/>
            <a:ext cx="6989882" cy="1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DAGU8W9rl2Q</dc:identifier>
  <dcterms:modified xsi:type="dcterms:W3CDTF">2011-08-01T06:04:30Z</dcterms:modified>
  <cp:revision>1</cp:revision>
  <dc:title>Iconst für TaskCard </dc:title>
</cp:coreProperties>
</file>