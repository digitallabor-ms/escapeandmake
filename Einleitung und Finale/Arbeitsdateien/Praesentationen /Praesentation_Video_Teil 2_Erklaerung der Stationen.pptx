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Campton Bold" charset="1" panose="020B0004020102020203"/>
      <p:regular r:id="rId19"/>
    </p:embeddedFont>
    <p:embeddedFont>
      <p:font typeface="Campton Light" charset="1" panose="020B00040201020202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8.svg" Type="http://schemas.openxmlformats.org/officeDocument/2006/relationships/image"/><Relationship Id="rId7" Target="../media/aAGbbLaeyGk.m4a" Type="http://schemas.microsoft.com/office/2007/relationships/media"/><Relationship Id="rId8" Target="../media/aAGbbLaeyGk.m4a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2.png" Type="http://schemas.openxmlformats.org/officeDocument/2006/relationships/image"/><Relationship Id="rId18" Target="../media/image4.png" Type="http://schemas.openxmlformats.org/officeDocument/2006/relationships/image"/><Relationship Id="rId19" Target="../media/image19.png" Type="http://schemas.openxmlformats.org/officeDocument/2006/relationships/image"/><Relationship Id="rId2" Target="../media/image1.png" Type="http://schemas.openxmlformats.org/officeDocument/2006/relationships/image"/><Relationship Id="rId20" Target="../media/image20.svg" Type="http://schemas.openxmlformats.org/officeDocument/2006/relationships/image"/><Relationship Id="rId21" Target="../media/image21.png" Type="http://schemas.openxmlformats.org/officeDocument/2006/relationships/image"/><Relationship Id="rId22" Target="../media/image22.svg" Type="http://schemas.openxmlformats.org/officeDocument/2006/relationships/image"/><Relationship Id="rId23" Target="../media/image23.png" Type="http://schemas.openxmlformats.org/officeDocument/2006/relationships/image"/><Relationship Id="rId3" Target="../media/image5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2.png" Type="http://schemas.openxmlformats.org/officeDocument/2006/relationships/image"/><Relationship Id="rId18" Target="../media/image4.png" Type="http://schemas.openxmlformats.org/officeDocument/2006/relationships/image"/><Relationship Id="rId19" Target="../media/image19.png" Type="http://schemas.openxmlformats.org/officeDocument/2006/relationships/image"/><Relationship Id="rId2" Target="../media/image1.png" Type="http://schemas.openxmlformats.org/officeDocument/2006/relationships/image"/><Relationship Id="rId20" Target="../media/image20.svg" Type="http://schemas.openxmlformats.org/officeDocument/2006/relationships/image"/><Relationship Id="rId21" Target="../media/image21.png" Type="http://schemas.openxmlformats.org/officeDocument/2006/relationships/image"/><Relationship Id="rId22" Target="../media/image22.svg" Type="http://schemas.openxmlformats.org/officeDocument/2006/relationships/image"/><Relationship Id="rId3" Target="../media/image6.png" Type="http://schemas.openxmlformats.org/officeDocument/2006/relationships/image"/><Relationship Id="rId4" Target="../media/image24.jpe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2.png" Type="http://schemas.openxmlformats.org/officeDocument/2006/relationships/image"/><Relationship Id="rId18" Target="../media/image4.png" Type="http://schemas.openxmlformats.org/officeDocument/2006/relationships/image"/><Relationship Id="rId19" Target="../media/image19.png" Type="http://schemas.openxmlformats.org/officeDocument/2006/relationships/image"/><Relationship Id="rId2" Target="../media/image1.png" Type="http://schemas.openxmlformats.org/officeDocument/2006/relationships/image"/><Relationship Id="rId20" Target="../media/image20.svg" Type="http://schemas.openxmlformats.org/officeDocument/2006/relationships/image"/><Relationship Id="rId21" Target="../media/image21.png" Type="http://schemas.openxmlformats.org/officeDocument/2006/relationships/image"/><Relationship Id="rId22" Target="../media/image22.svg" Type="http://schemas.openxmlformats.org/officeDocument/2006/relationships/image"/><Relationship Id="rId3" Target="../media/image6.png" Type="http://schemas.openxmlformats.org/officeDocument/2006/relationships/image"/><Relationship Id="rId4" Target="../media/image29.jpe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32.png" Type="http://schemas.openxmlformats.org/officeDocument/2006/relationships/image"/><Relationship Id="rId16" Target="../media/image33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36.png" Type="http://schemas.openxmlformats.org/officeDocument/2006/relationships/image"/><Relationship Id="rId2" Target="../media/image1.png" Type="http://schemas.openxmlformats.org/officeDocument/2006/relationships/image"/><Relationship Id="rId20" Target="../media/image37.svg" Type="http://schemas.openxmlformats.org/officeDocument/2006/relationships/image"/><Relationship Id="rId21" Target="../media/image38.png" Type="http://schemas.openxmlformats.org/officeDocument/2006/relationships/image"/><Relationship Id="rId22" Target="../media/image39.svg" Type="http://schemas.openxmlformats.org/officeDocument/2006/relationships/image"/><Relationship Id="rId23" Target="../media/image2.png" Type="http://schemas.openxmlformats.org/officeDocument/2006/relationships/image"/><Relationship Id="rId24" Target="../media/image4.png" Type="http://schemas.openxmlformats.org/officeDocument/2006/relationships/image"/><Relationship Id="rId25" Target="../media/image40.png" Type="http://schemas.openxmlformats.org/officeDocument/2006/relationships/image"/><Relationship Id="rId26" Target="../media/image41.svg" Type="http://schemas.openxmlformats.org/officeDocument/2006/relationships/image"/><Relationship Id="rId27" Target="../media/image42.png" Type="http://schemas.openxmlformats.org/officeDocument/2006/relationships/image"/><Relationship Id="rId28" Target="../media/image43.sv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44.png" Type="http://schemas.openxmlformats.org/officeDocument/2006/relationships/image"/><Relationship Id="rId14" Target="../media/image45.svg" Type="http://schemas.openxmlformats.org/officeDocument/2006/relationships/image"/><Relationship Id="rId15" Target="../media/image5.jpeg" Type="http://schemas.openxmlformats.org/officeDocument/2006/relationships/image"/><Relationship Id="rId16" Target="../media/image23.png" Type="http://schemas.openxmlformats.org/officeDocument/2006/relationships/image"/><Relationship Id="rId17" Target="../media/image6.png" Type="http://schemas.openxmlformats.org/officeDocument/2006/relationships/image"/><Relationship Id="rId18" Target="../media/image46.png" Type="http://schemas.openxmlformats.org/officeDocument/2006/relationships/image"/><Relationship Id="rId19" Target="../media/image47.svg" Type="http://schemas.openxmlformats.org/officeDocument/2006/relationships/image"/><Relationship Id="rId2" Target="../media/image1.png" Type="http://schemas.openxmlformats.org/officeDocument/2006/relationships/image"/><Relationship Id="rId20" Target="../media/image2.png" Type="http://schemas.openxmlformats.org/officeDocument/2006/relationships/image"/><Relationship Id="rId21" Target="../media/image4.png" Type="http://schemas.openxmlformats.org/officeDocument/2006/relationships/image"/><Relationship Id="rId22" Target="../media/image19.png" Type="http://schemas.openxmlformats.org/officeDocument/2006/relationships/image"/><Relationship Id="rId23" Target="../media/image20.svg" Type="http://schemas.openxmlformats.org/officeDocument/2006/relationships/image"/><Relationship Id="rId24" Target="../media/image21.png" Type="http://schemas.openxmlformats.org/officeDocument/2006/relationships/image"/><Relationship Id="rId25" Target="../media/image22.sv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51.png" Type="http://schemas.openxmlformats.org/officeDocument/2006/relationships/image"/><Relationship Id="rId16" Target="../media/image52.svg" Type="http://schemas.openxmlformats.org/officeDocument/2006/relationships/image"/><Relationship Id="rId17" Target="../media/image53.png" Type="http://schemas.openxmlformats.org/officeDocument/2006/relationships/image"/><Relationship Id="rId18" Target="../media/image54.svg" Type="http://schemas.openxmlformats.org/officeDocument/2006/relationships/image"/><Relationship Id="rId19" Target="../media/image55.png" Type="http://schemas.openxmlformats.org/officeDocument/2006/relationships/image"/><Relationship Id="rId2" Target="../media/image48.png" Type="http://schemas.openxmlformats.org/officeDocument/2006/relationships/image"/><Relationship Id="rId20" Target="../media/image56.svg" Type="http://schemas.openxmlformats.org/officeDocument/2006/relationships/image"/><Relationship Id="rId21" Target="../media/image2.png" Type="http://schemas.openxmlformats.org/officeDocument/2006/relationships/image"/><Relationship Id="rId22" Target="../media/image4.png" Type="http://schemas.openxmlformats.org/officeDocument/2006/relationships/image"/><Relationship Id="rId23" Target="../media/image19.png" Type="http://schemas.openxmlformats.org/officeDocument/2006/relationships/image"/><Relationship Id="rId24" Target="../media/image20.svg" Type="http://schemas.openxmlformats.org/officeDocument/2006/relationships/image"/><Relationship Id="rId25" Target="../media/image21.png" Type="http://schemas.openxmlformats.org/officeDocument/2006/relationships/image"/><Relationship Id="rId26" Target="../media/image22.sv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59.png" Type="http://schemas.openxmlformats.org/officeDocument/2006/relationships/image"/><Relationship Id="rId16" Target="../media/image2.png" Type="http://schemas.openxmlformats.org/officeDocument/2006/relationships/image"/><Relationship Id="rId17" Target="../media/image4.pn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jpeg" Type="http://schemas.openxmlformats.org/officeDocument/2006/relationships/image"/><Relationship Id="rId5" Target="../media/image2.png" Type="http://schemas.openxmlformats.org/officeDocument/2006/relationships/image"/><Relationship Id="rId6" Target="../media/image4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65.png" Type="http://schemas.openxmlformats.org/officeDocument/2006/relationships/image"/><Relationship Id="rId12" Target="../media/image66.sv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15" Target="../media/image57.png" Type="http://schemas.openxmlformats.org/officeDocument/2006/relationships/image"/><Relationship Id="rId16" Target="../media/image58.svg" Type="http://schemas.openxmlformats.org/officeDocument/2006/relationships/image"/><Relationship Id="rId17" Target="../media/image2.png" Type="http://schemas.openxmlformats.org/officeDocument/2006/relationships/image"/><Relationship Id="rId18" Target="../media/image4.png" Type="http://schemas.openxmlformats.org/officeDocument/2006/relationships/image"/><Relationship Id="rId19" Target="../media/image40.png" Type="http://schemas.openxmlformats.org/officeDocument/2006/relationships/image"/><Relationship Id="rId2" Target="../media/image1.png" Type="http://schemas.openxmlformats.org/officeDocument/2006/relationships/image"/><Relationship Id="rId20" Target="../media/image41.svg" Type="http://schemas.openxmlformats.org/officeDocument/2006/relationships/image"/><Relationship Id="rId21" Target="../media/image42.png" Type="http://schemas.openxmlformats.org/officeDocument/2006/relationships/image"/><Relationship Id="rId22" Target="../media/image43.sv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digitallabor.ms/angebot" TargetMode="External" Type="http://schemas.openxmlformats.org/officeDocument/2006/relationships/hyperlink"/><Relationship Id="rId4" Target="https://creativecommons.org/licenses/by-nc-sa/4.0/legalcode.de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6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  <a:ln w="200025" cap="sq">
            <a:solidFill>
              <a:srgbClr val="E8440B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14140" y="9001800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1" y="0"/>
                </a:lnTo>
                <a:lnTo>
                  <a:pt x="2787411" y="1134301"/>
                </a:lnTo>
                <a:lnTo>
                  <a:pt x="0" y="1134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8934" y="-545642"/>
            <a:ext cx="6936977" cy="10629874"/>
          </a:xfrm>
          <a:custGeom>
            <a:avLst/>
            <a:gdLst/>
            <a:ahLst/>
            <a:cxnLst/>
            <a:rect r="r" b="b" t="t" l="l"/>
            <a:pathLst>
              <a:path h="10629874" w="6936977">
                <a:moveTo>
                  <a:pt x="0" y="0"/>
                </a:moveTo>
                <a:lnTo>
                  <a:pt x="6936976" y="0"/>
                </a:lnTo>
                <a:lnTo>
                  <a:pt x="6936976" y="10629874"/>
                </a:lnTo>
                <a:lnTo>
                  <a:pt x="0" y="10629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785" r="-10194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8146" y="9415184"/>
            <a:ext cx="1501108" cy="640473"/>
          </a:xfrm>
          <a:custGeom>
            <a:avLst/>
            <a:gdLst/>
            <a:ahLst/>
            <a:cxnLst/>
            <a:rect r="r" b="b" t="t" l="l"/>
            <a:pathLst>
              <a:path h="640473" w="1501108">
                <a:moveTo>
                  <a:pt x="0" y="0"/>
                </a:moveTo>
                <a:lnTo>
                  <a:pt x="1501108" y="0"/>
                </a:lnTo>
                <a:lnTo>
                  <a:pt x="1501108" y="640473"/>
                </a:lnTo>
                <a:lnTo>
                  <a:pt x="0" y="6404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874545" y="2770950"/>
            <a:ext cx="7384755" cy="383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5400" b="true">
                <a:solidFill>
                  <a:srgbClr val="E8440B"/>
                </a:solidFill>
                <a:latin typeface="Poppins Bold"/>
                <a:ea typeface="Poppins Bold"/>
                <a:cs typeface="Poppins Bold"/>
                <a:sym typeface="Poppins Bold"/>
              </a:rPr>
              <a:t>Passt gut auf, </a:t>
            </a:r>
          </a:p>
          <a:p>
            <a:pPr algn="l">
              <a:lnSpc>
                <a:spcPts val="7560"/>
              </a:lnSpc>
            </a:pPr>
            <a:r>
              <a:rPr lang="en-US" sz="5400" b="true">
                <a:solidFill>
                  <a:srgbClr val="E8440B"/>
                </a:solidFill>
                <a:latin typeface="Poppins Bold"/>
                <a:ea typeface="Poppins Bold"/>
                <a:cs typeface="Poppins Bold"/>
                <a:sym typeface="Poppins Bold"/>
              </a:rPr>
              <a:t>jetzt kommt die Erklärung der einzelnen Stationen!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44105" y="9627461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>
                  <p14:trim st="0.000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8"/>
                </p:tgtEl>
              </p:cBhvr>
            </p:cmd>
            <p:audio>
              <p:cMediaNode vol="100000" showWhenStopped="false">
                <p:cTn/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7D1579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96164" y="596066"/>
            <a:ext cx="9094867" cy="9094867"/>
          </a:xfrm>
          <a:custGeom>
            <a:avLst/>
            <a:gdLst/>
            <a:ahLst/>
            <a:cxnLst/>
            <a:rect r="r" b="b" t="t" l="l"/>
            <a:pathLst>
              <a:path h="9094867" w="9094867">
                <a:moveTo>
                  <a:pt x="0" y="0"/>
                </a:moveTo>
                <a:lnTo>
                  <a:pt x="9094867" y="0"/>
                </a:lnTo>
                <a:lnTo>
                  <a:pt x="9094867" y="9094868"/>
                </a:lnTo>
                <a:lnTo>
                  <a:pt x="0" y="9094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3960257" y="1465470"/>
            <a:ext cx="1412602" cy="1085283"/>
          </a:xfrm>
          <a:custGeom>
            <a:avLst/>
            <a:gdLst/>
            <a:ahLst/>
            <a:cxnLst/>
            <a:rect r="r" b="b" t="t" l="l"/>
            <a:pathLst>
              <a:path h="1085283" w="1412602">
                <a:moveTo>
                  <a:pt x="1412602" y="0"/>
                </a:moveTo>
                <a:lnTo>
                  <a:pt x="0" y="0"/>
                </a:lnTo>
                <a:lnTo>
                  <a:pt x="0" y="1085283"/>
                </a:lnTo>
                <a:lnTo>
                  <a:pt x="1412602" y="1085283"/>
                </a:lnTo>
                <a:lnTo>
                  <a:pt x="141260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810106" y="1599081"/>
            <a:ext cx="6328035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7D1579"/>
                </a:solidFill>
                <a:latin typeface="Poppins Bold"/>
                <a:ea typeface="Poppins Bold"/>
                <a:cs typeface="Poppins Bold"/>
                <a:sym typeface="Poppins Bold"/>
              </a:rPr>
              <a:t>Greenscreen Filmtechnik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00581" y="630706"/>
            <a:ext cx="565870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 Überwachungsvideo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4336998" y="3969762"/>
            <a:ext cx="909143" cy="925336"/>
          </a:xfrm>
          <a:custGeom>
            <a:avLst/>
            <a:gdLst/>
            <a:ahLst/>
            <a:cxnLst/>
            <a:rect r="r" b="b" t="t" l="l"/>
            <a:pathLst>
              <a:path h="925336" w="909143">
                <a:moveTo>
                  <a:pt x="909143" y="0"/>
                </a:moveTo>
                <a:lnTo>
                  <a:pt x="0" y="0"/>
                </a:lnTo>
                <a:lnTo>
                  <a:pt x="0" y="925335"/>
                </a:lnTo>
                <a:lnTo>
                  <a:pt x="909143" y="925335"/>
                </a:lnTo>
                <a:lnTo>
                  <a:pt x="9091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965523" y="3998089"/>
            <a:ext cx="1619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903411" y="5307108"/>
            <a:ext cx="878068" cy="631111"/>
          </a:xfrm>
          <a:custGeom>
            <a:avLst/>
            <a:gdLst/>
            <a:ahLst/>
            <a:cxnLst/>
            <a:rect r="r" b="b" t="t" l="l"/>
            <a:pathLst>
              <a:path h="631111" w="878068">
                <a:moveTo>
                  <a:pt x="0" y="0"/>
                </a:moveTo>
                <a:lnTo>
                  <a:pt x="878068" y="0"/>
                </a:lnTo>
                <a:lnTo>
                  <a:pt x="878068" y="631111"/>
                </a:lnTo>
                <a:lnTo>
                  <a:pt x="0" y="6311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5843662" y="6940491"/>
            <a:ext cx="997566" cy="973874"/>
          </a:xfrm>
          <a:custGeom>
            <a:avLst/>
            <a:gdLst/>
            <a:ahLst/>
            <a:cxnLst/>
            <a:rect r="r" b="b" t="t" l="l"/>
            <a:pathLst>
              <a:path h="973874" w="997566">
                <a:moveTo>
                  <a:pt x="0" y="0"/>
                </a:moveTo>
                <a:lnTo>
                  <a:pt x="997566" y="0"/>
                </a:lnTo>
                <a:lnTo>
                  <a:pt x="997566" y="973874"/>
                </a:lnTo>
                <a:lnTo>
                  <a:pt x="0" y="9738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441481" y="6852445"/>
            <a:ext cx="17710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951728" y="6128390"/>
            <a:ext cx="905878" cy="689457"/>
          </a:xfrm>
          <a:custGeom>
            <a:avLst/>
            <a:gdLst/>
            <a:ahLst/>
            <a:cxnLst/>
            <a:rect r="r" b="b" t="t" l="l"/>
            <a:pathLst>
              <a:path h="689457" w="905878">
                <a:moveTo>
                  <a:pt x="0" y="0"/>
                </a:moveTo>
                <a:lnTo>
                  <a:pt x="905878" y="0"/>
                </a:lnTo>
                <a:lnTo>
                  <a:pt x="905878" y="689457"/>
                </a:lnTo>
                <a:lnTo>
                  <a:pt x="0" y="689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973246" y="6052190"/>
            <a:ext cx="187821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6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127318" y="4424709"/>
            <a:ext cx="1195473" cy="927986"/>
          </a:xfrm>
          <a:custGeom>
            <a:avLst/>
            <a:gdLst/>
            <a:ahLst/>
            <a:cxnLst/>
            <a:rect r="r" b="b" t="t" l="l"/>
            <a:pathLst>
              <a:path h="927986" w="1195473">
                <a:moveTo>
                  <a:pt x="0" y="0"/>
                </a:moveTo>
                <a:lnTo>
                  <a:pt x="1195473" y="0"/>
                </a:lnTo>
                <a:lnTo>
                  <a:pt x="1195473" y="927986"/>
                </a:lnTo>
                <a:lnTo>
                  <a:pt x="0" y="9279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442880" y="4348509"/>
            <a:ext cx="159693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65523" y="7859638"/>
            <a:ext cx="2000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4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967174" y="7617251"/>
            <a:ext cx="1399808" cy="735536"/>
          </a:xfrm>
          <a:custGeom>
            <a:avLst/>
            <a:gdLst/>
            <a:ahLst/>
            <a:cxnLst/>
            <a:rect r="r" b="b" t="t" l="l"/>
            <a:pathLst>
              <a:path h="735536" w="1399808">
                <a:moveTo>
                  <a:pt x="0" y="0"/>
                </a:moveTo>
                <a:lnTo>
                  <a:pt x="1399809" y="0"/>
                </a:lnTo>
                <a:lnTo>
                  <a:pt x="1399809" y="735536"/>
                </a:lnTo>
                <a:lnTo>
                  <a:pt x="0" y="73553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576533" y="7550678"/>
            <a:ext cx="186184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441481" y="5230908"/>
            <a:ext cx="174427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2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303314" y="9010072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1"/>
                </a:lnTo>
                <a:lnTo>
                  <a:pt x="0" y="113430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06627" y="8877000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6" y="0"/>
                </a:lnTo>
                <a:lnTo>
                  <a:pt x="1641146" y="700222"/>
                </a:lnTo>
                <a:lnTo>
                  <a:pt x="0" y="70022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-64570">
            <a:off x="14176578" y="7947681"/>
            <a:ext cx="1271981" cy="1153890"/>
            <a:chOff x="0" y="0"/>
            <a:chExt cx="1695974" cy="1538520"/>
          </a:xfrm>
        </p:grpSpPr>
        <p:sp>
          <p:nvSpPr>
            <p:cNvPr name="Freeform 23" id="23"/>
            <p:cNvSpPr/>
            <p:nvPr/>
          </p:nvSpPr>
          <p:spPr>
            <a:xfrm flipH="false" flipV="false" rot="7122513">
              <a:off x="1147140" y="981684"/>
              <a:ext cx="455753" cy="482278"/>
            </a:xfrm>
            <a:custGeom>
              <a:avLst/>
              <a:gdLst/>
              <a:ahLst/>
              <a:cxnLst/>
              <a:rect r="r" b="b" t="t" l="l"/>
              <a:pathLst>
                <a:path h="482278" w="455753">
                  <a:moveTo>
                    <a:pt x="0" y="0"/>
                  </a:moveTo>
                  <a:lnTo>
                    <a:pt x="455752" y="0"/>
                  </a:lnTo>
                  <a:lnTo>
                    <a:pt x="455752" y="482279"/>
                  </a:lnTo>
                  <a:lnTo>
                    <a:pt x="0" y="482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123526">
              <a:off x="24596" y="21302"/>
              <a:ext cx="1210929" cy="1391070"/>
            </a:xfrm>
            <a:custGeom>
              <a:avLst/>
              <a:gdLst/>
              <a:ahLst/>
              <a:cxnLst/>
              <a:rect r="r" b="b" t="t" l="l"/>
              <a:pathLst>
                <a:path h="1391070" w="1210929">
                  <a:moveTo>
                    <a:pt x="0" y="0"/>
                  </a:moveTo>
                  <a:lnTo>
                    <a:pt x="1210929" y="0"/>
                  </a:lnTo>
                  <a:lnTo>
                    <a:pt x="1210929" y="1391070"/>
                  </a:lnTo>
                  <a:lnTo>
                    <a:pt x="0" y="1391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true" flipV="false" rot="0">
            <a:off x="2060790" y="6739245"/>
            <a:ext cx="853154" cy="947538"/>
          </a:xfrm>
          <a:custGeom>
            <a:avLst/>
            <a:gdLst/>
            <a:ahLst/>
            <a:cxnLst/>
            <a:rect r="r" b="b" t="t" l="l"/>
            <a:pathLst>
              <a:path h="947538" w="853154">
                <a:moveTo>
                  <a:pt x="853154" y="0"/>
                </a:moveTo>
                <a:lnTo>
                  <a:pt x="0" y="0"/>
                </a:lnTo>
                <a:lnTo>
                  <a:pt x="0" y="947538"/>
                </a:lnTo>
                <a:lnTo>
                  <a:pt x="853154" y="947538"/>
                </a:lnTo>
                <a:lnTo>
                  <a:pt x="853154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682784" y="6212712"/>
            <a:ext cx="853154" cy="947538"/>
          </a:xfrm>
          <a:custGeom>
            <a:avLst/>
            <a:gdLst/>
            <a:ahLst/>
            <a:cxnLst/>
            <a:rect r="r" b="b" t="t" l="l"/>
            <a:pathLst>
              <a:path h="947538" w="853154">
                <a:moveTo>
                  <a:pt x="0" y="0"/>
                </a:moveTo>
                <a:lnTo>
                  <a:pt x="853154" y="0"/>
                </a:lnTo>
                <a:lnTo>
                  <a:pt x="853154" y="947538"/>
                </a:lnTo>
                <a:lnTo>
                  <a:pt x="0" y="94753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980924" y="5779346"/>
            <a:ext cx="594939" cy="660756"/>
          </a:xfrm>
          <a:custGeom>
            <a:avLst/>
            <a:gdLst/>
            <a:ahLst/>
            <a:cxnLst/>
            <a:rect r="r" b="b" t="t" l="l"/>
            <a:pathLst>
              <a:path h="660756" w="594939">
                <a:moveTo>
                  <a:pt x="0" y="0"/>
                </a:moveTo>
                <a:lnTo>
                  <a:pt x="594938" y="0"/>
                </a:lnTo>
                <a:lnTo>
                  <a:pt x="594938" y="660756"/>
                </a:lnTo>
                <a:lnTo>
                  <a:pt x="0" y="66075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523205" y="5525168"/>
            <a:ext cx="457719" cy="508356"/>
          </a:xfrm>
          <a:custGeom>
            <a:avLst/>
            <a:gdLst/>
            <a:ahLst/>
            <a:cxnLst/>
            <a:rect r="r" b="b" t="t" l="l"/>
            <a:pathLst>
              <a:path h="508356" w="457719">
                <a:moveTo>
                  <a:pt x="0" y="0"/>
                </a:moveTo>
                <a:lnTo>
                  <a:pt x="457719" y="0"/>
                </a:lnTo>
                <a:lnTo>
                  <a:pt x="457719" y="508356"/>
                </a:lnTo>
                <a:lnTo>
                  <a:pt x="0" y="50835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585878" y="5525168"/>
            <a:ext cx="373664" cy="415003"/>
          </a:xfrm>
          <a:custGeom>
            <a:avLst/>
            <a:gdLst/>
            <a:ahLst/>
            <a:cxnLst/>
            <a:rect r="r" b="b" t="t" l="l"/>
            <a:pathLst>
              <a:path h="415003" w="373664">
                <a:moveTo>
                  <a:pt x="0" y="0"/>
                </a:moveTo>
                <a:lnTo>
                  <a:pt x="373665" y="0"/>
                </a:lnTo>
                <a:lnTo>
                  <a:pt x="373665" y="415002"/>
                </a:lnTo>
                <a:lnTo>
                  <a:pt x="0" y="41500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960257" y="5940170"/>
            <a:ext cx="450134" cy="499932"/>
          </a:xfrm>
          <a:custGeom>
            <a:avLst/>
            <a:gdLst/>
            <a:ahLst/>
            <a:cxnLst/>
            <a:rect r="r" b="b" t="t" l="l"/>
            <a:pathLst>
              <a:path h="499932" w="450134">
                <a:moveTo>
                  <a:pt x="0" y="0"/>
                </a:moveTo>
                <a:lnTo>
                  <a:pt x="450133" y="0"/>
                </a:lnTo>
                <a:lnTo>
                  <a:pt x="450133" y="499932"/>
                </a:lnTo>
                <a:lnTo>
                  <a:pt x="0" y="49993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3143142" y="6190136"/>
            <a:ext cx="587917" cy="652957"/>
          </a:xfrm>
          <a:custGeom>
            <a:avLst/>
            <a:gdLst/>
            <a:ahLst/>
            <a:cxnLst/>
            <a:rect r="r" b="b" t="t" l="l"/>
            <a:pathLst>
              <a:path h="652957" w="587917">
                <a:moveTo>
                  <a:pt x="587917" y="0"/>
                </a:moveTo>
                <a:lnTo>
                  <a:pt x="0" y="0"/>
                </a:lnTo>
                <a:lnTo>
                  <a:pt x="0" y="652958"/>
                </a:lnTo>
                <a:lnTo>
                  <a:pt x="587917" y="652958"/>
                </a:lnTo>
                <a:lnTo>
                  <a:pt x="587917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DE0062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3960257" y="1465470"/>
            <a:ext cx="1412602" cy="1085283"/>
          </a:xfrm>
          <a:custGeom>
            <a:avLst/>
            <a:gdLst/>
            <a:ahLst/>
            <a:cxnLst/>
            <a:rect r="r" b="b" t="t" l="l"/>
            <a:pathLst>
              <a:path h="1085283" w="1412602">
                <a:moveTo>
                  <a:pt x="1412602" y="0"/>
                </a:moveTo>
                <a:lnTo>
                  <a:pt x="0" y="0"/>
                </a:lnTo>
                <a:lnTo>
                  <a:pt x="0" y="1085283"/>
                </a:lnTo>
                <a:lnTo>
                  <a:pt x="1412602" y="1085283"/>
                </a:lnTo>
                <a:lnTo>
                  <a:pt x="141260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10106" y="1599081"/>
            <a:ext cx="493538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DE0062"/>
                </a:solidFill>
                <a:latin typeface="Poppins Bold"/>
                <a:ea typeface="Poppins Bold"/>
                <a:cs typeface="Poppins Bold"/>
                <a:sym typeface="Poppins Bold"/>
              </a:rPr>
              <a:t>Lasercutting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00581" y="630706"/>
            <a:ext cx="565870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Die </a:t>
            </a:r>
          </a:p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Schlüsselkarte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65363" y="598593"/>
            <a:ext cx="9097093" cy="9051333"/>
          </a:xfrm>
          <a:custGeom>
            <a:avLst/>
            <a:gdLst/>
            <a:ahLst/>
            <a:cxnLst/>
            <a:rect r="r" b="b" t="t" l="l"/>
            <a:pathLst>
              <a:path h="9051333" w="9097093">
                <a:moveTo>
                  <a:pt x="0" y="0"/>
                </a:moveTo>
                <a:lnTo>
                  <a:pt x="9097093" y="0"/>
                </a:lnTo>
                <a:lnTo>
                  <a:pt x="9097093" y="9051333"/>
                </a:lnTo>
                <a:lnTo>
                  <a:pt x="0" y="9051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636" b="-9185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336998" y="3969762"/>
            <a:ext cx="909143" cy="925336"/>
          </a:xfrm>
          <a:custGeom>
            <a:avLst/>
            <a:gdLst/>
            <a:ahLst/>
            <a:cxnLst/>
            <a:rect r="r" b="b" t="t" l="l"/>
            <a:pathLst>
              <a:path h="925336" w="909143">
                <a:moveTo>
                  <a:pt x="909143" y="0"/>
                </a:moveTo>
                <a:lnTo>
                  <a:pt x="0" y="0"/>
                </a:lnTo>
                <a:lnTo>
                  <a:pt x="0" y="925335"/>
                </a:lnTo>
                <a:lnTo>
                  <a:pt x="909143" y="925335"/>
                </a:lnTo>
                <a:lnTo>
                  <a:pt x="9091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965523" y="3998089"/>
            <a:ext cx="1619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903411" y="5307108"/>
            <a:ext cx="878068" cy="631111"/>
          </a:xfrm>
          <a:custGeom>
            <a:avLst/>
            <a:gdLst/>
            <a:ahLst/>
            <a:cxnLst/>
            <a:rect r="r" b="b" t="t" l="l"/>
            <a:pathLst>
              <a:path h="631111" w="878068">
                <a:moveTo>
                  <a:pt x="0" y="0"/>
                </a:moveTo>
                <a:lnTo>
                  <a:pt x="878068" y="0"/>
                </a:lnTo>
                <a:lnTo>
                  <a:pt x="878068" y="631111"/>
                </a:lnTo>
                <a:lnTo>
                  <a:pt x="0" y="6311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5843662" y="6940491"/>
            <a:ext cx="997566" cy="973874"/>
          </a:xfrm>
          <a:custGeom>
            <a:avLst/>
            <a:gdLst/>
            <a:ahLst/>
            <a:cxnLst/>
            <a:rect r="r" b="b" t="t" l="l"/>
            <a:pathLst>
              <a:path h="973874" w="997566">
                <a:moveTo>
                  <a:pt x="0" y="0"/>
                </a:moveTo>
                <a:lnTo>
                  <a:pt x="997566" y="0"/>
                </a:lnTo>
                <a:lnTo>
                  <a:pt x="997566" y="973874"/>
                </a:lnTo>
                <a:lnTo>
                  <a:pt x="0" y="9738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441481" y="6852445"/>
            <a:ext cx="17710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951728" y="6128390"/>
            <a:ext cx="905878" cy="689457"/>
          </a:xfrm>
          <a:custGeom>
            <a:avLst/>
            <a:gdLst/>
            <a:ahLst/>
            <a:cxnLst/>
            <a:rect r="r" b="b" t="t" l="l"/>
            <a:pathLst>
              <a:path h="689457" w="905878">
                <a:moveTo>
                  <a:pt x="0" y="0"/>
                </a:moveTo>
                <a:lnTo>
                  <a:pt x="905878" y="0"/>
                </a:lnTo>
                <a:lnTo>
                  <a:pt x="905878" y="689457"/>
                </a:lnTo>
                <a:lnTo>
                  <a:pt x="0" y="689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973246" y="6052190"/>
            <a:ext cx="187821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6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127318" y="4424709"/>
            <a:ext cx="1195473" cy="927986"/>
          </a:xfrm>
          <a:custGeom>
            <a:avLst/>
            <a:gdLst/>
            <a:ahLst/>
            <a:cxnLst/>
            <a:rect r="r" b="b" t="t" l="l"/>
            <a:pathLst>
              <a:path h="927986" w="1195473">
                <a:moveTo>
                  <a:pt x="0" y="0"/>
                </a:moveTo>
                <a:lnTo>
                  <a:pt x="1195473" y="0"/>
                </a:lnTo>
                <a:lnTo>
                  <a:pt x="1195473" y="927986"/>
                </a:lnTo>
                <a:lnTo>
                  <a:pt x="0" y="9279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442880" y="4348509"/>
            <a:ext cx="159693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65523" y="7859638"/>
            <a:ext cx="2000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4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967174" y="7617251"/>
            <a:ext cx="1399808" cy="735536"/>
          </a:xfrm>
          <a:custGeom>
            <a:avLst/>
            <a:gdLst/>
            <a:ahLst/>
            <a:cxnLst/>
            <a:rect r="r" b="b" t="t" l="l"/>
            <a:pathLst>
              <a:path h="735536" w="1399808">
                <a:moveTo>
                  <a:pt x="0" y="0"/>
                </a:moveTo>
                <a:lnTo>
                  <a:pt x="1399809" y="0"/>
                </a:lnTo>
                <a:lnTo>
                  <a:pt x="1399809" y="735536"/>
                </a:lnTo>
                <a:lnTo>
                  <a:pt x="0" y="73553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576533" y="7550678"/>
            <a:ext cx="186184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441481" y="5230908"/>
            <a:ext cx="174427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2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303314" y="9010072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1"/>
                </a:lnTo>
                <a:lnTo>
                  <a:pt x="0" y="113430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73708" y="8877000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7" y="0"/>
                </a:lnTo>
                <a:lnTo>
                  <a:pt x="1641147" y="700222"/>
                </a:lnTo>
                <a:lnTo>
                  <a:pt x="0" y="70022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-64570">
            <a:off x="14176578" y="7947681"/>
            <a:ext cx="1271981" cy="1153890"/>
            <a:chOff x="0" y="0"/>
            <a:chExt cx="1695974" cy="1538520"/>
          </a:xfrm>
        </p:grpSpPr>
        <p:sp>
          <p:nvSpPr>
            <p:cNvPr name="Freeform 23" id="23"/>
            <p:cNvSpPr/>
            <p:nvPr/>
          </p:nvSpPr>
          <p:spPr>
            <a:xfrm flipH="false" flipV="false" rot="7122513">
              <a:off x="1147140" y="981684"/>
              <a:ext cx="455753" cy="482278"/>
            </a:xfrm>
            <a:custGeom>
              <a:avLst/>
              <a:gdLst/>
              <a:ahLst/>
              <a:cxnLst/>
              <a:rect r="r" b="b" t="t" l="l"/>
              <a:pathLst>
                <a:path h="482278" w="455753">
                  <a:moveTo>
                    <a:pt x="0" y="0"/>
                  </a:moveTo>
                  <a:lnTo>
                    <a:pt x="455752" y="0"/>
                  </a:lnTo>
                  <a:lnTo>
                    <a:pt x="455752" y="482279"/>
                  </a:lnTo>
                  <a:lnTo>
                    <a:pt x="0" y="482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123526">
              <a:off x="24596" y="21302"/>
              <a:ext cx="1210929" cy="1391070"/>
            </a:xfrm>
            <a:custGeom>
              <a:avLst/>
              <a:gdLst/>
              <a:ahLst/>
              <a:cxnLst/>
              <a:rect r="r" b="b" t="t" l="l"/>
              <a:pathLst>
                <a:path h="1391070" w="1210929">
                  <a:moveTo>
                    <a:pt x="0" y="0"/>
                  </a:moveTo>
                  <a:lnTo>
                    <a:pt x="1210929" y="0"/>
                  </a:lnTo>
                  <a:lnTo>
                    <a:pt x="1210929" y="1391070"/>
                  </a:lnTo>
                  <a:lnTo>
                    <a:pt x="0" y="1391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FFDB0D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3960257" y="1483288"/>
            <a:ext cx="1412602" cy="1085283"/>
          </a:xfrm>
          <a:custGeom>
            <a:avLst/>
            <a:gdLst/>
            <a:ahLst/>
            <a:cxnLst/>
            <a:rect r="r" b="b" t="t" l="l"/>
            <a:pathLst>
              <a:path h="1085283" w="1412602">
                <a:moveTo>
                  <a:pt x="1412602" y="0"/>
                </a:moveTo>
                <a:lnTo>
                  <a:pt x="0" y="0"/>
                </a:lnTo>
                <a:lnTo>
                  <a:pt x="0" y="1085283"/>
                </a:lnTo>
                <a:lnTo>
                  <a:pt x="1412602" y="1085283"/>
                </a:lnTo>
                <a:lnTo>
                  <a:pt x="141260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10106" y="1616898"/>
            <a:ext cx="493538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DB0D"/>
                </a:solidFill>
                <a:latin typeface="Poppins Bold"/>
                <a:ea typeface="Poppins Bold"/>
                <a:cs typeface="Poppins Bold"/>
                <a:sym typeface="Poppins Bold"/>
              </a:rPr>
              <a:t>3D-Druck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00581" y="648523"/>
            <a:ext cx="565870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</a:t>
            </a:r>
          </a:p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USB-Stick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410439" y="618903"/>
            <a:ext cx="9083563" cy="9058719"/>
          </a:xfrm>
          <a:custGeom>
            <a:avLst/>
            <a:gdLst/>
            <a:ahLst/>
            <a:cxnLst/>
            <a:rect r="r" b="b" t="t" l="l"/>
            <a:pathLst>
              <a:path h="9058719" w="9083563">
                <a:moveTo>
                  <a:pt x="9083562" y="0"/>
                </a:moveTo>
                <a:lnTo>
                  <a:pt x="0" y="0"/>
                </a:lnTo>
                <a:lnTo>
                  <a:pt x="0" y="9058719"/>
                </a:lnTo>
                <a:lnTo>
                  <a:pt x="9083562" y="9058719"/>
                </a:lnTo>
                <a:lnTo>
                  <a:pt x="9083562" y="0"/>
                </a:lnTo>
                <a:close/>
              </a:path>
            </a:pathLst>
          </a:custGeom>
          <a:blipFill>
            <a:blip r:embed="rId4"/>
            <a:stretch>
              <a:fillRect l="-39642" t="0" r="-34933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336998" y="3969762"/>
            <a:ext cx="909143" cy="925336"/>
          </a:xfrm>
          <a:custGeom>
            <a:avLst/>
            <a:gdLst/>
            <a:ahLst/>
            <a:cxnLst/>
            <a:rect r="r" b="b" t="t" l="l"/>
            <a:pathLst>
              <a:path h="925336" w="909143">
                <a:moveTo>
                  <a:pt x="909143" y="0"/>
                </a:moveTo>
                <a:lnTo>
                  <a:pt x="0" y="0"/>
                </a:lnTo>
                <a:lnTo>
                  <a:pt x="0" y="925335"/>
                </a:lnTo>
                <a:lnTo>
                  <a:pt x="909143" y="925335"/>
                </a:lnTo>
                <a:lnTo>
                  <a:pt x="9091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965523" y="3998089"/>
            <a:ext cx="1619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903411" y="5307108"/>
            <a:ext cx="878068" cy="631111"/>
          </a:xfrm>
          <a:custGeom>
            <a:avLst/>
            <a:gdLst/>
            <a:ahLst/>
            <a:cxnLst/>
            <a:rect r="r" b="b" t="t" l="l"/>
            <a:pathLst>
              <a:path h="631111" w="878068">
                <a:moveTo>
                  <a:pt x="0" y="0"/>
                </a:moveTo>
                <a:lnTo>
                  <a:pt x="878068" y="0"/>
                </a:lnTo>
                <a:lnTo>
                  <a:pt x="878068" y="631111"/>
                </a:lnTo>
                <a:lnTo>
                  <a:pt x="0" y="6311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5843662" y="6940491"/>
            <a:ext cx="997566" cy="973874"/>
          </a:xfrm>
          <a:custGeom>
            <a:avLst/>
            <a:gdLst/>
            <a:ahLst/>
            <a:cxnLst/>
            <a:rect r="r" b="b" t="t" l="l"/>
            <a:pathLst>
              <a:path h="973874" w="997566">
                <a:moveTo>
                  <a:pt x="0" y="0"/>
                </a:moveTo>
                <a:lnTo>
                  <a:pt x="997566" y="0"/>
                </a:lnTo>
                <a:lnTo>
                  <a:pt x="997566" y="973874"/>
                </a:lnTo>
                <a:lnTo>
                  <a:pt x="0" y="9738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441481" y="6852445"/>
            <a:ext cx="17710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951728" y="6128390"/>
            <a:ext cx="905878" cy="689457"/>
          </a:xfrm>
          <a:custGeom>
            <a:avLst/>
            <a:gdLst/>
            <a:ahLst/>
            <a:cxnLst/>
            <a:rect r="r" b="b" t="t" l="l"/>
            <a:pathLst>
              <a:path h="689457" w="905878">
                <a:moveTo>
                  <a:pt x="0" y="0"/>
                </a:moveTo>
                <a:lnTo>
                  <a:pt x="905878" y="0"/>
                </a:lnTo>
                <a:lnTo>
                  <a:pt x="905878" y="689457"/>
                </a:lnTo>
                <a:lnTo>
                  <a:pt x="0" y="689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973246" y="6052190"/>
            <a:ext cx="187821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6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127318" y="4424709"/>
            <a:ext cx="1195473" cy="927986"/>
          </a:xfrm>
          <a:custGeom>
            <a:avLst/>
            <a:gdLst/>
            <a:ahLst/>
            <a:cxnLst/>
            <a:rect r="r" b="b" t="t" l="l"/>
            <a:pathLst>
              <a:path h="927986" w="1195473">
                <a:moveTo>
                  <a:pt x="0" y="0"/>
                </a:moveTo>
                <a:lnTo>
                  <a:pt x="1195473" y="0"/>
                </a:lnTo>
                <a:lnTo>
                  <a:pt x="1195473" y="927986"/>
                </a:lnTo>
                <a:lnTo>
                  <a:pt x="0" y="9279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442880" y="4348509"/>
            <a:ext cx="159693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65523" y="7859638"/>
            <a:ext cx="2000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4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967174" y="7617251"/>
            <a:ext cx="1399808" cy="735536"/>
          </a:xfrm>
          <a:custGeom>
            <a:avLst/>
            <a:gdLst/>
            <a:ahLst/>
            <a:cxnLst/>
            <a:rect r="r" b="b" t="t" l="l"/>
            <a:pathLst>
              <a:path h="735536" w="1399808">
                <a:moveTo>
                  <a:pt x="0" y="0"/>
                </a:moveTo>
                <a:lnTo>
                  <a:pt x="1399809" y="0"/>
                </a:lnTo>
                <a:lnTo>
                  <a:pt x="1399809" y="735536"/>
                </a:lnTo>
                <a:lnTo>
                  <a:pt x="0" y="73553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576533" y="7550678"/>
            <a:ext cx="186184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441481" y="5230908"/>
            <a:ext cx="174427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2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303314" y="9010072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1"/>
                </a:lnTo>
                <a:lnTo>
                  <a:pt x="0" y="113430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10439" y="8908189"/>
            <a:ext cx="1641146" cy="669034"/>
          </a:xfrm>
          <a:custGeom>
            <a:avLst/>
            <a:gdLst/>
            <a:ahLst/>
            <a:cxnLst/>
            <a:rect r="r" b="b" t="t" l="l"/>
            <a:pathLst>
              <a:path h="669034" w="1641146">
                <a:moveTo>
                  <a:pt x="0" y="0"/>
                </a:moveTo>
                <a:lnTo>
                  <a:pt x="1641146" y="0"/>
                </a:lnTo>
                <a:lnTo>
                  <a:pt x="1641146" y="669033"/>
                </a:lnTo>
                <a:lnTo>
                  <a:pt x="0" y="66903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-4661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-64570">
            <a:off x="14176578" y="7947681"/>
            <a:ext cx="1271981" cy="1153890"/>
            <a:chOff x="0" y="0"/>
            <a:chExt cx="1695974" cy="1538520"/>
          </a:xfrm>
        </p:grpSpPr>
        <p:sp>
          <p:nvSpPr>
            <p:cNvPr name="Freeform 23" id="23"/>
            <p:cNvSpPr/>
            <p:nvPr/>
          </p:nvSpPr>
          <p:spPr>
            <a:xfrm flipH="false" flipV="false" rot="7122513">
              <a:off x="1147140" y="981684"/>
              <a:ext cx="455753" cy="482278"/>
            </a:xfrm>
            <a:custGeom>
              <a:avLst/>
              <a:gdLst/>
              <a:ahLst/>
              <a:cxnLst/>
              <a:rect r="r" b="b" t="t" l="l"/>
              <a:pathLst>
                <a:path h="482278" w="455753">
                  <a:moveTo>
                    <a:pt x="0" y="0"/>
                  </a:moveTo>
                  <a:lnTo>
                    <a:pt x="455752" y="0"/>
                  </a:lnTo>
                  <a:lnTo>
                    <a:pt x="455752" y="482279"/>
                  </a:lnTo>
                  <a:lnTo>
                    <a:pt x="0" y="482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123526">
              <a:off x="24596" y="21302"/>
              <a:ext cx="1210929" cy="1391070"/>
            </a:xfrm>
            <a:custGeom>
              <a:avLst/>
              <a:gdLst/>
              <a:ahLst/>
              <a:cxnLst/>
              <a:rect r="r" b="b" t="t" l="l"/>
              <a:pathLst>
                <a:path h="1391070" w="1210929">
                  <a:moveTo>
                    <a:pt x="0" y="0"/>
                  </a:moveTo>
                  <a:lnTo>
                    <a:pt x="1210929" y="0"/>
                  </a:lnTo>
                  <a:lnTo>
                    <a:pt x="1210929" y="1391070"/>
                  </a:lnTo>
                  <a:lnTo>
                    <a:pt x="0" y="1391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00BBD2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810106" y="1616898"/>
            <a:ext cx="6532339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BBD2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programmierbarer Roboter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00581" y="648523"/>
            <a:ext cx="565870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</a:t>
            </a:r>
          </a:p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Lichtschalter 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4336998" y="3969762"/>
            <a:ext cx="909143" cy="925336"/>
          </a:xfrm>
          <a:custGeom>
            <a:avLst/>
            <a:gdLst/>
            <a:ahLst/>
            <a:cxnLst/>
            <a:rect r="r" b="b" t="t" l="l"/>
            <a:pathLst>
              <a:path h="925336" w="909143">
                <a:moveTo>
                  <a:pt x="909143" y="0"/>
                </a:moveTo>
                <a:lnTo>
                  <a:pt x="0" y="0"/>
                </a:lnTo>
                <a:lnTo>
                  <a:pt x="0" y="925335"/>
                </a:lnTo>
                <a:lnTo>
                  <a:pt x="909143" y="925335"/>
                </a:lnTo>
                <a:lnTo>
                  <a:pt x="9091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65523" y="3998089"/>
            <a:ext cx="1619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903411" y="5307108"/>
            <a:ext cx="878068" cy="631111"/>
          </a:xfrm>
          <a:custGeom>
            <a:avLst/>
            <a:gdLst/>
            <a:ahLst/>
            <a:cxnLst/>
            <a:rect r="r" b="b" t="t" l="l"/>
            <a:pathLst>
              <a:path h="631111" w="878068">
                <a:moveTo>
                  <a:pt x="0" y="0"/>
                </a:moveTo>
                <a:lnTo>
                  <a:pt x="878068" y="0"/>
                </a:lnTo>
                <a:lnTo>
                  <a:pt x="878068" y="631111"/>
                </a:lnTo>
                <a:lnTo>
                  <a:pt x="0" y="63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5843662" y="6940491"/>
            <a:ext cx="997566" cy="973874"/>
          </a:xfrm>
          <a:custGeom>
            <a:avLst/>
            <a:gdLst/>
            <a:ahLst/>
            <a:cxnLst/>
            <a:rect r="r" b="b" t="t" l="l"/>
            <a:pathLst>
              <a:path h="973874" w="997566">
                <a:moveTo>
                  <a:pt x="0" y="0"/>
                </a:moveTo>
                <a:lnTo>
                  <a:pt x="997566" y="0"/>
                </a:lnTo>
                <a:lnTo>
                  <a:pt x="997566" y="973874"/>
                </a:lnTo>
                <a:lnTo>
                  <a:pt x="0" y="973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441481" y="6852445"/>
            <a:ext cx="17710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951728" y="6128390"/>
            <a:ext cx="905878" cy="689457"/>
          </a:xfrm>
          <a:custGeom>
            <a:avLst/>
            <a:gdLst/>
            <a:ahLst/>
            <a:cxnLst/>
            <a:rect r="r" b="b" t="t" l="l"/>
            <a:pathLst>
              <a:path h="689457" w="905878">
                <a:moveTo>
                  <a:pt x="0" y="0"/>
                </a:moveTo>
                <a:lnTo>
                  <a:pt x="905878" y="0"/>
                </a:lnTo>
                <a:lnTo>
                  <a:pt x="905878" y="689457"/>
                </a:lnTo>
                <a:lnTo>
                  <a:pt x="0" y="689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973246" y="6052190"/>
            <a:ext cx="187821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6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127318" y="4424709"/>
            <a:ext cx="1195473" cy="927986"/>
          </a:xfrm>
          <a:custGeom>
            <a:avLst/>
            <a:gdLst/>
            <a:ahLst/>
            <a:cxnLst/>
            <a:rect r="r" b="b" t="t" l="l"/>
            <a:pathLst>
              <a:path h="927986" w="1195473">
                <a:moveTo>
                  <a:pt x="0" y="0"/>
                </a:moveTo>
                <a:lnTo>
                  <a:pt x="1195473" y="0"/>
                </a:lnTo>
                <a:lnTo>
                  <a:pt x="1195473" y="927986"/>
                </a:lnTo>
                <a:lnTo>
                  <a:pt x="0" y="927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442880" y="4348509"/>
            <a:ext cx="159693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65523" y="7859638"/>
            <a:ext cx="2000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4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967174" y="7617251"/>
            <a:ext cx="1399808" cy="735536"/>
          </a:xfrm>
          <a:custGeom>
            <a:avLst/>
            <a:gdLst/>
            <a:ahLst/>
            <a:cxnLst/>
            <a:rect r="r" b="b" t="t" l="l"/>
            <a:pathLst>
              <a:path h="735536" w="1399808">
                <a:moveTo>
                  <a:pt x="0" y="0"/>
                </a:moveTo>
                <a:lnTo>
                  <a:pt x="1399809" y="0"/>
                </a:lnTo>
                <a:lnTo>
                  <a:pt x="1399809" y="735536"/>
                </a:lnTo>
                <a:lnTo>
                  <a:pt x="0" y="735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576533" y="7550678"/>
            <a:ext cx="186184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41481" y="5230908"/>
            <a:ext cx="174427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4315" y="1584834"/>
            <a:ext cx="8465807" cy="7117331"/>
            <a:chOff x="0" y="0"/>
            <a:chExt cx="11287742" cy="94897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8531750" y="2032940"/>
              <a:ext cx="2755993" cy="2755993"/>
            </a:xfrm>
            <a:custGeom>
              <a:avLst/>
              <a:gdLst/>
              <a:ahLst/>
              <a:cxnLst/>
              <a:rect r="r" b="b" t="t" l="l"/>
              <a:pathLst>
                <a:path h="2755993" w="2755993">
                  <a:moveTo>
                    <a:pt x="0" y="0"/>
                  </a:moveTo>
                  <a:lnTo>
                    <a:pt x="2755992" y="0"/>
                  </a:lnTo>
                  <a:lnTo>
                    <a:pt x="2755992" y="2755992"/>
                  </a:lnTo>
                  <a:lnTo>
                    <a:pt x="0" y="2755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5400000">
              <a:off x="34993" y="-34993"/>
              <a:ext cx="7928388" cy="7998373"/>
            </a:xfrm>
            <a:custGeom>
              <a:avLst/>
              <a:gdLst/>
              <a:ahLst/>
              <a:cxnLst/>
              <a:rect r="r" b="b" t="t" l="l"/>
              <a:pathLst>
                <a:path h="7998373" w="7928388">
                  <a:moveTo>
                    <a:pt x="0" y="0"/>
                  </a:moveTo>
                  <a:lnTo>
                    <a:pt x="7928387" y="0"/>
                  </a:lnTo>
                  <a:lnTo>
                    <a:pt x="7928387" y="7998373"/>
                  </a:lnTo>
                  <a:lnTo>
                    <a:pt x="0" y="7998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531750" y="6043052"/>
              <a:ext cx="2755993" cy="2755993"/>
            </a:xfrm>
            <a:custGeom>
              <a:avLst/>
              <a:gdLst/>
              <a:ahLst/>
              <a:cxnLst/>
              <a:rect r="r" b="b" t="t" l="l"/>
              <a:pathLst>
                <a:path h="2755993" w="2755993">
                  <a:moveTo>
                    <a:pt x="0" y="0"/>
                  </a:moveTo>
                  <a:lnTo>
                    <a:pt x="2755992" y="0"/>
                  </a:lnTo>
                  <a:lnTo>
                    <a:pt x="2755992" y="2755993"/>
                  </a:lnTo>
                  <a:lnTo>
                    <a:pt x="0" y="2755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5400000">
              <a:off x="-217617" y="8471467"/>
              <a:ext cx="1381461" cy="655156"/>
            </a:xfrm>
            <a:custGeom>
              <a:avLst/>
              <a:gdLst/>
              <a:ahLst/>
              <a:cxnLst/>
              <a:rect r="r" b="b" t="t" l="l"/>
              <a:pathLst>
                <a:path h="655156" w="1381461">
                  <a:moveTo>
                    <a:pt x="0" y="0"/>
                  </a:moveTo>
                  <a:lnTo>
                    <a:pt x="1381461" y="0"/>
                  </a:lnTo>
                  <a:lnTo>
                    <a:pt x="1381461" y="655156"/>
                  </a:lnTo>
                  <a:lnTo>
                    <a:pt x="0" y="655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-51759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5303314" y="9010072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1"/>
                </a:lnTo>
                <a:lnTo>
                  <a:pt x="0" y="113430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09116" y="8908189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6" y="0"/>
                </a:lnTo>
                <a:lnTo>
                  <a:pt x="1641146" y="700222"/>
                </a:lnTo>
                <a:lnTo>
                  <a:pt x="0" y="70022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-64570">
            <a:off x="14176578" y="7947681"/>
            <a:ext cx="1271981" cy="1153890"/>
            <a:chOff x="0" y="0"/>
            <a:chExt cx="1695974" cy="1538520"/>
          </a:xfrm>
        </p:grpSpPr>
        <p:sp>
          <p:nvSpPr>
            <p:cNvPr name="Freeform 26" id="26"/>
            <p:cNvSpPr/>
            <p:nvPr/>
          </p:nvSpPr>
          <p:spPr>
            <a:xfrm flipH="false" flipV="false" rot="7122513">
              <a:off x="1147140" y="981684"/>
              <a:ext cx="455753" cy="482278"/>
            </a:xfrm>
            <a:custGeom>
              <a:avLst/>
              <a:gdLst/>
              <a:ahLst/>
              <a:cxnLst/>
              <a:rect r="r" b="b" t="t" l="l"/>
              <a:pathLst>
                <a:path h="482278" w="455753">
                  <a:moveTo>
                    <a:pt x="0" y="0"/>
                  </a:moveTo>
                  <a:lnTo>
                    <a:pt x="455752" y="0"/>
                  </a:lnTo>
                  <a:lnTo>
                    <a:pt x="455752" y="482279"/>
                  </a:lnTo>
                  <a:lnTo>
                    <a:pt x="0" y="482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123526">
              <a:off x="24596" y="21302"/>
              <a:ext cx="1210929" cy="1391070"/>
            </a:xfrm>
            <a:custGeom>
              <a:avLst/>
              <a:gdLst/>
              <a:ahLst/>
              <a:cxnLst/>
              <a:rect r="r" b="b" t="t" l="l"/>
              <a:pathLst>
                <a:path h="1391070" w="1210929">
                  <a:moveTo>
                    <a:pt x="0" y="0"/>
                  </a:moveTo>
                  <a:lnTo>
                    <a:pt x="1210929" y="0"/>
                  </a:lnTo>
                  <a:lnTo>
                    <a:pt x="1210929" y="1391070"/>
                  </a:lnTo>
                  <a:lnTo>
                    <a:pt x="0" y="1391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FF9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4336998" y="3969762"/>
            <a:ext cx="909143" cy="925336"/>
          </a:xfrm>
          <a:custGeom>
            <a:avLst/>
            <a:gdLst/>
            <a:ahLst/>
            <a:cxnLst/>
            <a:rect r="r" b="b" t="t" l="l"/>
            <a:pathLst>
              <a:path h="925336" w="909143">
                <a:moveTo>
                  <a:pt x="909143" y="0"/>
                </a:moveTo>
                <a:lnTo>
                  <a:pt x="0" y="0"/>
                </a:lnTo>
                <a:lnTo>
                  <a:pt x="0" y="925335"/>
                </a:lnTo>
                <a:lnTo>
                  <a:pt x="909143" y="925335"/>
                </a:lnTo>
                <a:lnTo>
                  <a:pt x="9091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03411" y="5307108"/>
            <a:ext cx="878068" cy="631111"/>
          </a:xfrm>
          <a:custGeom>
            <a:avLst/>
            <a:gdLst/>
            <a:ahLst/>
            <a:cxnLst/>
            <a:rect r="r" b="b" t="t" l="l"/>
            <a:pathLst>
              <a:path h="631111" w="878068">
                <a:moveTo>
                  <a:pt x="0" y="0"/>
                </a:moveTo>
                <a:lnTo>
                  <a:pt x="878068" y="0"/>
                </a:lnTo>
                <a:lnTo>
                  <a:pt x="878068" y="631111"/>
                </a:lnTo>
                <a:lnTo>
                  <a:pt x="0" y="63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5843662" y="6940491"/>
            <a:ext cx="997566" cy="973874"/>
          </a:xfrm>
          <a:custGeom>
            <a:avLst/>
            <a:gdLst/>
            <a:ahLst/>
            <a:cxnLst/>
            <a:rect r="r" b="b" t="t" l="l"/>
            <a:pathLst>
              <a:path h="973874" w="997566">
                <a:moveTo>
                  <a:pt x="0" y="0"/>
                </a:moveTo>
                <a:lnTo>
                  <a:pt x="997566" y="0"/>
                </a:lnTo>
                <a:lnTo>
                  <a:pt x="997566" y="973874"/>
                </a:lnTo>
                <a:lnTo>
                  <a:pt x="0" y="973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51728" y="6128390"/>
            <a:ext cx="905878" cy="689457"/>
          </a:xfrm>
          <a:custGeom>
            <a:avLst/>
            <a:gdLst/>
            <a:ahLst/>
            <a:cxnLst/>
            <a:rect r="r" b="b" t="t" l="l"/>
            <a:pathLst>
              <a:path h="689457" w="905878">
                <a:moveTo>
                  <a:pt x="0" y="0"/>
                </a:moveTo>
                <a:lnTo>
                  <a:pt x="905878" y="0"/>
                </a:lnTo>
                <a:lnTo>
                  <a:pt x="905878" y="689457"/>
                </a:lnTo>
                <a:lnTo>
                  <a:pt x="0" y="689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27318" y="4424709"/>
            <a:ext cx="1195473" cy="927986"/>
          </a:xfrm>
          <a:custGeom>
            <a:avLst/>
            <a:gdLst/>
            <a:ahLst/>
            <a:cxnLst/>
            <a:rect r="r" b="b" t="t" l="l"/>
            <a:pathLst>
              <a:path h="927986" w="1195473">
                <a:moveTo>
                  <a:pt x="0" y="0"/>
                </a:moveTo>
                <a:lnTo>
                  <a:pt x="1195473" y="0"/>
                </a:lnTo>
                <a:lnTo>
                  <a:pt x="1195473" y="927986"/>
                </a:lnTo>
                <a:lnTo>
                  <a:pt x="0" y="927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67174" y="7617251"/>
            <a:ext cx="1399808" cy="735536"/>
          </a:xfrm>
          <a:custGeom>
            <a:avLst/>
            <a:gdLst/>
            <a:ahLst/>
            <a:cxnLst/>
            <a:rect r="r" b="b" t="t" l="l"/>
            <a:pathLst>
              <a:path h="735536" w="1399808">
                <a:moveTo>
                  <a:pt x="0" y="0"/>
                </a:moveTo>
                <a:lnTo>
                  <a:pt x="1399809" y="0"/>
                </a:lnTo>
                <a:lnTo>
                  <a:pt x="1399809" y="735536"/>
                </a:lnTo>
                <a:lnTo>
                  <a:pt x="0" y="735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9026" y="570183"/>
            <a:ext cx="9124958" cy="9094867"/>
          </a:xfrm>
          <a:custGeom>
            <a:avLst/>
            <a:gdLst/>
            <a:ahLst/>
            <a:cxnLst/>
            <a:rect r="r" b="b" t="t" l="l"/>
            <a:pathLst>
              <a:path h="9094867" w="9124958">
                <a:moveTo>
                  <a:pt x="0" y="0"/>
                </a:moveTo>
                <a:lnTo>
                  <a:pt x="9124959" y="0"/>
                </a:lnTo>
                <a:lnTo>
                  <a:pt x="9124959" y="9094867"/>
                </a:lnTo>
                <a:lnTo>
                  <a:pt x="0" y="90948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204" r="-77" b="-204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2060790" y="6739245"/>
            <a:ext cx="853154" cy="947538"/>
          </a:xfrm>
          <a:custGeom>
            <a:avLst/>
            <a:gdLst/>
            <a:ahLst/>
            <a:cxnLst/>
            <a:rect r="r" b="b" t="t" l="l"/>
            <a:pathLst>
              <a:path h="947538" w="853154">
                <a:moveTo>
                  <a:pt x="853154" y="0"/>
                </a:moveTo>
                <a:lnTo>
                  <a:pt x="0" y="0"/>
                </a:lnTo>
                <a:lnTo>
                  <a:pt x="0" y="947538"/>
                </a:lnTo>
                <a:lnTo>
                  <a:pt x="853154" y="947538"/>
                </a:lnTo>
                <a:lnTo>
                  <a:pt x="853154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960257" y="1465470"/>
            <a:ext cx="1412602" cy="1085283"/>
          </a:xfrm>
          <a:custGeom>
            <a:avLst/>
            <a:gdLst/>
            <a:ahLst/>
            <a:cxnLst/>
            <a:rect r="r" b="b" t="t" l="l"/>
            <a:pathLst>
              <a:path h="1085283" w="1412602">
                <a:moveTo>
                  <a:pt x="1412602" y="0"/>
                </a:moveTo>
                <a:lnTo>
                  <a:pt x="0" y="0"/>
                </a:lnTo>
                <a:lnTo>
                  <a:pt x="0" y="1085283"/>
                </a:lnTo>
                <a:lnTo>
                  <a:pt x="1412602" y="1085283"/>
                </a:lnTo>
                <a:lnTo>
                  <a:pt x="1412602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836388" y="7975137"/>
            <a:ext cx="2442005" cy="1283163"/>
          </a:xfrm>
          <a:custGeom>
            <a:avLst/>
            <a:gdLst/>
            <a:ahLst/>
            <a:cxnLst/>
            <a:rect r="r" b="b" t="t" l="l"/>
            <a:pathLst>
              <a:path h="1283163" w="2442005">
                <a:moveTo>
                  <a:pt x="0" y="0"/>
                </a:moveTo>
                <a:lnTo>
                  <a:pt x="2442005" y="0"/>
                </a:lnTo>
                <a:lnTo>
                  <a:pt x="2442005" y="1283163"/>
                </a:lnTo>
                <a:lnTo>
                  <a:pt x="0" y="12831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682784" y="6212712"/>
            <a:ext cx="853154" cy="947538"/>
          </a:xfrm>
          <a:custGeom>
            <a:avLst/>
            <a:gdLst/>
            <a:ahLst/>
            <a:cxnLst/>
            <a:rect r="r" b="b" t="t" l="l"/>
            <a:pathLst>
              <a:path h="947538" w="853154">
                <a:moveTo>
                  <a:pt x="0" y="0"/>
                </a:moveTo>
                <a:lnTo>
                  <a:pt x="853154" y="0"/>
                </a:lnTo>
                <a:lnTo>
                  <a:pt x="853154" y="947538"/>
                </a:lnTo>
                <a:lnTo>
                  <a:pt x="0" y="94753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980924" y="5779346"/>
            <a:ext cx="594939" cy="660756"/>
          </a:xfrm>
          <a:custGeom>
            <a:avLst/>
            <a:gdLst/>
            <a:ahLst/>
            <a:cxnLst/>
            <a:rect r="r" b="b" t="t" l="l"/>
            <a:pathLst>
              <a:path h="660756" w="594939">
                <a:moveTo>
                  <a:pt x="0" y="0"/>
                </a:moveTo>
                <a:lnTo>
                  <a:pt x="594938" y="0"/>
                </a:lnTo>
                <a:lnTo>
                  <a:pt x="594938" y="660756"/>
                </a:lnTo>
                <a:lnTo>
                  <a:pt x="0" y="66075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523205" y="5525168"/>
            <a:ext cx="457719" cy="508356"/>
          </a:xfrm>
          <a:custGeom>
            <a:avLst/>
            <a:gdLst/>
            <a:ahLst/>
            <a:cxnLst/>
            <a:rect r="r" b="b" t="t" l="l"/>
            <a:pathLst>
              <a:path h="508356" w="457719">
                <a:moveTo>
                  <a:pt x="0" y="0"/>
                </a:moveTo>
                <a:lnTo>
                  <a:pt x="457719" y="0"/>
                </a:lnTo>
                <a:lnTo>
                  <a:pt x="457719" y="508356"/>
                </a:lnTo>
                <a:lnTo>
                  <a:pt x="0" y="50835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85878" y="5525168"/>
            <a:ext cx="373664" cy="415003"/>
          </a:xfrm>
          <a:custGeom>
            <a:avLst/>
            <a:gdLst/>
            <a:ahLst/>
            <a:cxnLst/>
            <a:rect r="r" b="b" t="t" l="l"/>
            <a:pathLst>
              <a:path h="415003" w="373664">
                <a:moveTo>
                  <a:pt x="0" y="0"/>
                </a:moveTo>
                <a:lnTo>
                  <a:pt x="373665" y="0"/>
                </a:lnTo>
                <a:lnTo>
                  <a:pt x="373665" y="415002"/>
                </a:lnTo>
                <a:lnTo>
                  <a:pt x="0" y="4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960257" y="5940170"/>
            <a:ext cx="450134" cy="499932"/>
          </a:xfrm>
          <a:custGeom>
            <a:avLst/>
            <a:gdLst/>
            <a:ahLst/>
            <a:cxnLst/>
            <a:rect r="r" b="b" t="t" l="l"/>
            <a:pathLst>
              <a:path h="499932" w="450134">
                <a:moveTo>
                  <a:pt x="0" y="0"/>
                </a:moveTo>
                <a:lnTo>
                  <a:pt x="450133" y="0"/>
                </a:lnTo>
                <a:lnTo>
                  <a:pt x="450133" y="499932"/>
                </a:lnTo>
                <a:lnTo>
                  <a:pt x="0" y="49993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3143142" y="6190136"/>
            <a:ext cx="587917" cy="652957"/>
          </a:xfrm>
          <a:custGeom>
            <a:avLst/>
            <a:gdLst/>
            <a:ahLst/>
            <a:cxnLst/>
            <a:rect r="r" b="b" t="t" l="l"/>
            <a:pathLst>
              <a:path h="652957" w="587917">
                <a:moveTo>
                  <a:pt x="587917" y="0"/>
                </a:moveTo>
                <a:lnTo>
                  <a:pt x="0" y="0"/>
                </a:lnTo>
                <a:lnTo>
                  <a:pt x="0" y="652958"/>
                </a:lnTo>
                <a:lnTo>
                  <a:pt x="587917" y="652958"/>
                </a:lnTo>
                <a:lnTo>
                  <a:pt x="587917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810106" y="1616898"/>
            <a:ext cx="5914169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9000"/>
                </a:solidFill>
                <a:latin typeface="Poppins Bold"/>
                <a:ea typeface="Poppins Bold"/>
                <a:cs typeface="Poppins Bold"/>
                <a:sym typeface="Poppins Bold"/>
              </a:rPr>
              <a:t>Drohnenfliegen mit Code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00581" y="648523"/>
            <a:ext cx="565870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</a:t>
            </a:r>
          </a:p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Drohnenflug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65523" y="3998089"/>
            <a:ext cx="1619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41481" y="6852445"/>
            <a:ext cx="17710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73246" y="6052190"/>
            <a:ext cx="187821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42880" y="4348509"/>
            <a:ext cx="159693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65523" y="7859638"/>
            <a:ext cx="2000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76533" y="7550678"/>
            <a:ext cx="186184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41481" y="5230908"/>
            <a:ext cx="174427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2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5303314" y="9010072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1"/>
                </a:lnTo>
                <a:lnTo>
                  <a:pt x="0" y="113430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59026" y="8877000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7" y="0"/>
                </a:lnTo>
                <a:lnTo>
                  <a:pt x="1641147" y="700222"/>
                </a:lnTo>
                <a:lnTo>
                  <a:pt x="0" y="70022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-64570">
            <a:off x="14176578" y="7947681"/>
            <a:ext cx="1271981" cy="1153890"/>
            <a:chOff x="0" y="0"/>
            <a:chExt cx="1695974" cy="1538520"/>
          </a:xfrm>
        </p:grpSpPr>
        <p:sp>
          <p:nvSpPr>
            <p:cNvPr name="Freeform 31" id="31"/>
            <p:cNvSpPr/>
            <p:nvPr/>
          </p:nvSpPr>
          <p:spPr>
            <a:xfrm flipH="false" flipV="false" rot="7122513">
              <a:off x="1147140" y="981684"/>
              <a:ext cx="455753" cy="482278"/>
            </a:xfrm>
            <a:custGeom>
              <a:avLst/>
              <a:gdLst/>
              <a:ahLst/>
              <a:cxnLst/>
              <a:rect r="r" b="b" t="t" l="l"/>
              <a:pathLst>
                <a:path h="482278" w="455753">
                  <a:moveTo>
                    <a:pt x="0" y="0"/>
                  </a:moveTo>
                  <a:lnTo>
                    <a:pt x="455752" y="0"/>
                  </a:lnTo>
                  <a:lnTo>
                    <a:pt x="455752" y="482279"/>
                  </a:lnTo>
                  <a:lnTo>
                    <a:pt x="0" y="482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123526">
              <a:off x="24596" y="21302"/>
              <a:ext cx="1210929" cy="1391070"/>
            </a:xfrm>
            <a:custGeom>
              <a:avLst/>
              <a:gdLst/>
              <a:ahLst/>
              <a:cxnLst/>
              <a:rect r="r" b="b" t="t" l="l"/>
              <a:pathLst>
                <a:path h="1391070" w="1210929">
                  <a:moveTo>
                    <a:pt x="0" y="0"/>
                  </a:moveTo>
                  <a:lnTo>
                    <a:pt x="1210929" y="0"/>
                  </a:lnTo>
                  <a:lnTo>
                    <a:pt x="1210929" y="1391070"/>
                  </a:lnTo>
                  <a:lnTo>
                    <a:pt x="0" y="1391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009F6F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4336998" y="3969762"/>
            <a:ext cx="909143" cy="925336"/>
          </a:xfrm>
          <a:custGeom>
            <a:avLst/>
            <a:gdLst/>
            <a:ahLst/>
            <a:cxnLst/>
            <a:rect r="r" b="b" t="t" l="l"/>
            <a:pathLst>
              <a:path h="925336" w="909143">
                <a:moveTo>
                  <a:pt x="909143" y="0"/>
                </a:moveTo>
                <a:lnTo>
                  <a:pt x="0" y="0"/>
                </a:lnTo>
                <a:lnTo>
                  <a:pt x="0" y="925335"/>
                </a:lnTo>
                <a:lnTo>
                  <a:pt x="909143" y="925335"/>
                </a:lnTo>
                <a:lnTo>
                  <a:pt x="9091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03411" y="5307108"/>
            <a:ext cx="878068" cy="631111"/>
          </a:xfrm>
          <a:custGeom>
            <a:avLst/>
            <a:gdLst/>
            <a:ahLst/>
            <a:cxnLst/>
            <a:rect r="r" b="b" t="t" l="l"/>
            <a:pathLst>
              <a:path h="631111" w="878068">
                <a:moveTo>
                  <a:pt x="0" y="0"/>
                </a:moveTo>
                <a:lnTo>
                  <a:pt x="878068" y="0"/>
                </a:lnTo>
                <a:lnTo>
                  <a:pt x="878068" y="631111"/>
                </a:lnTo>
                <a:lnTo>
                  <a:pt x="0" y="63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5843662" y="6940491"/>
            <a:ext cx="997566" cy="973874"/>
          </a:xfrm>
          <a:custGeom>
            <a:avLst/>
            <a:gdLst/>
            <a:ahLst/>
            <a:cxnLst/>
            <a:rect r="r" b="b" t="t" l="l"/>
            <a:pathLst>
              <a:path h="973874" w="997566">
                <a:moveTo>
                  <a:pt x="0" y="0"/>
                </a:moveTo>
                <a:lnTo>
                  <a:pt x="997566" y="0"/>
                </a:lnTo>
                <a:lnTo>
                  <a:pt x="997566" y="973874"/>
                </a:lnTo>
                <a:lnTo>
                  <a:pt x="0" y="973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51728" y="6128390"/>
            <a:ext cx="905878" cy="689457"/>
          </a:xfrm>
          <a:custGeom>
            <a:avLst/>
            <a:gdLst/>
            <a:ahLst/>
            <a:cxnLst/>
            <a:rect r="r" b="b" t="t" l="l"/>
            <a:pathLst>
              <a:path h="689457" w="905878">
                <a:moveTo>
                  <a:pt x="0" y="0"/>
                </a:moveTo>
                <a:lnTo>
                  <a:pt x="905878" y="0"/>
                </a:lnTo>
                <a:lnTo>
                  <a:pt x="905878" y="689457"/>
                </a:lnTo>
                <a:lnTo>
                  <a:pt x="0" y="689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27318" y="4424709"/>
            <a:ext cx="1195473" cy="927986"/>
          </a:xfrm>
          <a:custGeom>
            <a:avLst/>
            <a:gdLst/>
            <a:ahLst/>
            <a:cxnLst/>
            <a:rect r="r" b="b" t="t" l="l"/>
            <a:pathLst>
              <a:path h="927986" w="1195473">
                <a:moveTo>
                  <a:pt x="0" y="0"/>
                </a:moveTo>
                <a:lnTo>
                  <a:pt x="1195473" y="0"/>
                </a:lnTo>
                <a:lnTo>
                  <a:pt x="1195473" y="927986"/>
                </a:lnTo>
                <a:lnTo>
                  <a:pt x="0" y="927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67174" y="7617251"/>
            <a:ext cx="1399808" cy="735536"/>
          </a:xfrm>
          <a:custGeom>
            <a:avLst/>
            <a:gdLst/>
            <a:ahLst/>
            <a:cxnLst/>
            <a:rect r="r" b="b" t="t" l="l"/>
            <a:pathLst>
              <a:path h="735536" w="1399808">
                <a:moveTo>
                  <a:pt x="0" y="0"/>
                </a:moveTo>
                <a:lnTo>
                  <a:pt x="1399809" y="0"/>
                </a:lnTo>
                <a:lnTo>
                  <a:pt x="1399809" y="735536"/>
                </a:lnTo>
                <a:lnTo>
                  <a:pt x="0" y="735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10106" y="1616898"/>
            <a:ext cx="697137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9F6F"/>
                </a:solidFill>
                <a:latin typeface="Poppins Bold"/>
                <a:ea typeface="Poppins Bold"/>
                <a:cs typeface="Poppins Bold"/>
                <a:sym typeface="Poppins Bold"/>
              </a:rPr>
              <a:t>Stop Motion Filmtechnik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00581" y="648523"/>
            <a:ext cx="565870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221E2A"/>
                </a:solidFill>
                <a:latin typeface="Poppins Bold"/>
                <a:ea typeface="Poppins Bold"/>
                <a:cs typeface="Poppins Bold"/>
                <a:sym typeface="Poppins Bold"/>
              </a:rPr>
              <a:t>Das</a:t>
            </a:r>
          </a:p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221E2A"/>
                </a:solidFill>
                <a:latin typeface="Poppins Bold"/>
                <a:ea typeface="Poppins Bold"/>
                <a:cs typeface="Poppins Bold"/>
                <a:sym typeface="Poppins Bold"/>
              </a:rPr>
              <a:t>Erpresservideo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65523" y="3998089"/>
            <a:ext cx="1619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41481" y="6852445"/>
            <a:ext cx="17710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73246" y="6052190"/>
            <a:ext cx="187821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42880" y="4348509"/>
            <a:ext cx="159693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65523" y="7859638"/>
            <a:ext cx="2000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76533" y="7550678"/>
            <a:ext cx="186184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41481" y="5230908"/>
            <a:ext cx="174427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4639" y="2028022"/>
            <a:ext cx="7986792" cy="6265957"/>
            <a:chOff x="0" y="0"/>
            <a:chExt cx="10649056" cy="83546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507372"/>
              <a:ext cx="4386750" cy="4847238"/>
            </a:xfrm>
            <a:custGeom>
              <a:avLst/>
              <a:gdLst/>
              <a:ahLst/>
              <a:cxnLst/>
              <a:rect r="r" b="b" t="t" l="l"/>
              <a:pathLst>
                <a:path h="4847238" w="4386750">
                  <a:moveTo>
                    <a:pt x="0" y="0"/>
                  </a:moveTo>
                  <a:lnTo>
                    <a:pt x="4386750" y="0"/>
                  </a:lnTo>
                  <a:lnTo>
                    <a:pt x="4386750" y="4847237"/>
                  </a:lnTo>
                  <a:lnTo>
                    <a:pt x="0" y="4847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27268" y="0"/>
              <a:ext cx="5123336" cy="1370492"/>
            </a:xfrm>
            <a:custGeom>
              <a:avLst/>
              <a:gdLst/>
              <a:ahLst/>
              <a:cxnLst/>
              <a:rect r="r" b="b" t="t" l="l"/>
              <a:pathLst>
                <a:path h="1370492" w="5123336">
                  <a:moveTo>
                    <a:pt x="0" y="0"/>
                  </a:moveTo>
                  <a:lnTo>
                    <a:pt x="5123336" y="0"/>
                  </a:lnTo>
                  <a:lnTo>
                    <a:pt x="5123336" y="1370492"/>
                  </a:lnTo>
                  <a:lnTo>
                    <a:pt x="0" y="1370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827810" y="1484351"/>
              <a:ext cx="4821247" cy="5233375"/>
            </a:xfrm>
            <a:custGeom>
              <a:avLst/>
              <a:gdLst/>
              <a:ahLst/>
              <a:cxnLst/>
              <a:rect r="r" b="b" t="t" l="l"/>
              <a:pathLst>
                <a:path h="5233375" w="4821247">
                  <a:moveTo>
                    <a:pt x="0" y="0"/>
                  </a:moveTo>
                  <a:lnTo>
                    <a:pt x="4821246" y="0"/>
                  </a:lnTo>
                  <a:lnTo>
                    <a:pt x="4821246" y="5233375"/>
                  </a:lnTo>
                  <a:lnTo>
                    <a:pt x="0" y="5233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5303314" y="9010072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1"/>
                </a:lnTo>
                <a:lnTo>
                  <a:pt x="0" y="113430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26820" y="8983837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6" y="0"/>
                </a:lnTo>
                <a:lnTo>
                  <a:pt x="1641146" y="700223"/>
                </a:lnTo>
                <a:lnTo>
                  <a:pt x="0" y="700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-64570">
            <a:off x="14176578" y="7947681"/>
            <a:ext cx="1271981" cy="1153890"/>
            <a:chOff x="0" y="0"/>
            <a:chExt cx="1695974" cy="1538520"/>
          </a:xfrm>
        </p:grpSpPr>
        <p:sp>
          <p:nvSpPr>
            <p:cNvPr name="Freeform 25" id="25"/>
            <p:cNvSpPr/>
            <p:nvPr/>
          </p:nvSpPr>
          <p:spPr>
            <a:xfrm flipH="false" flipV="false" rot="7122513">
              <a:off x="1147140" y="981684"/>
              <a:ext cx="455753" cy="482278"/>
            </a:xfrm>
            <a:custGeom>
              <a:avLst/>
              <a:gdLst/>
              <a:ahLst/>
              <a:cxnLst/>
              <a:rect r="r" b="b" t="t" l="l"/>
              <a:pathLst>
                <a:path h="482278" w="455753">
                  <a:moveTo>
                    <a:pt x="0" y="0"/>
                  </a:moveTo>
                  <a:lnTo>
                    <a:pt x="455752" y="0"/>
                  </a:lnTo>
                  <a:lnTo>
                    <a:pt x="455752" y="482279"/>
                  </a:lnTo>
                  <a:lnTo>
                    <a:pt x="0" y="482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123526">
              <a:off x="24596" y="21302"/>
              <a:ext cx="1210929" cy="1391070"/>
            </a:xfrm>
            <a:custGeom>
              <a:avLst/>
              <a:gdLst/>
              <a:ahLst/>
              <a:cxnLst/>
              <a:rect r="r" b="b" t="t" l="l"/>
              <a:pathLst>
                <a:path h="1391070" w="1210929">
                  <a:moveTo>
                    <a:pt x="0" y="0"/>
                  </a:moveTo>
                  <a:lnTo>
                    <a:pt x="1210929" y="0"/>
                  </a:lnTo>
                  <a:lnTo>
                    <a:pt x="1210929" y="1391070"/>
                  </a:lnTo>
                  <a:lnTo>
                    <a:pt x="0" y="1391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002587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4336998" y="3969762"/>
            <a:ext cx="909143" cy="925336"/>
          </a:xfrm>
          <a:custGeom>
            <a:avLst/>
            <a:gdLst/>
            <a:ahLst/>
            <a:cxnLst/>
            <a:rect r="r" b="b" t="t" l="l"/>
            <a:pathLst>
              <a:path h="925336" w="909143">
                <a:moveTo>
                  <a:pt x="909143" y="0"/>
                </a:moveTo>
                <a:lnTo>
                  <a:pt x="0" y="0"/>
                </a:lnTo>
                <a:lnTo>
                  <a:pt x="0" y="925335"/>
                </a:lnTo>
                <a:lnTo>
                  <a:pt x="909143" y="925335"/>
                </a:lnTo>
                <a:lnTo>
                  <a:pt x="9091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03411" y="5307108"/>
            <a:ext cx="878068" cy="631111"/>
          </a:xfrm>
          <a:custGeom>
            <a:avLst/>
            <a:gdLst/>
            <a:ahLst/>
            <a:cxnLst/>
            <a:rect r="r" b="b" t="t" l="l"/>
            <a:pathLst>
              <a:path h="631111" w="878068">
                <a:moveTo>
                  <a:pt x="0" y="0"/>
                </a:moveTo>
                <a:lnTo>
                  <a:pt x="878068" y="0"/>
                </a:lnTo>
                <a:lnTo>
                  <a:pt x="878068" y="631111"/>
                </a:lnTo>
                <a:lnTo>
                  <a:pt x="0" y="63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5843662" y="6940491"/>
            <a:ext cx="997566" cy="973874"/>
          </a:xfrm>
          <a:custGeom>
            <a:avLst/>
            <a:gdLst/>
            <a:ahLst/>
            <a:cxnLst/>
            <a:rect r="r" b="b" t="t" l="l"/>
            <a:pathLst>
              <a:path h="973874" w="997566">
                <a:moveTo>
                  <a:pt x="0" y="0"/>
                </a:moveTo>
                <a:lnTo>
                  <a:pt x="997566" y="0"/>
                </a:lnTo>
                <a:lnTo>
                  <a:pt x="997566" y="973874"/>
                </a:lnTo>
                <a:lnTo>
                  <a:pt x="0" y="973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51728" y="6128390"/>
            <a:ext cx="905878" cy="689457"/>
          </a:xfrm>
          <a:custGeom>
            <a:avLst/>
            <a:gdLst/>
            <a:ahLst/>
            <a:cxnLst/>
            <a:rect r="r" b="b" t="t" l="l"/>
            <a:pathLst>
              <a:path h="689457" w="905878">
                <a:moveTo>
                  <a:pt x="0" y="0"/>
                </a:moveTo>
                <a:lnTo>
                  <a:pt x="905878" y="0"/>
                </a:lnTo>
                <a:lnTo>
                  <a:pt x="905878" y="689457"/>
                </a:lnTo>
                <a:lnTo>
                  <a:pt x="0" y="689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27318" y="4424709"/>
            <a:ext cx="1195473" cy="927986"/>
          </a:xfrm>
          <a:custGeom>
            <a:avLst/>
            <a:gdLst/>
            <a:ahLst/>
            <a:cxnLst/>
            <a:rect r="r" b="b" t="t" l="l"/>
            <a:pathLst>
              <a:path h="927986" w="1195473">
                <a:moveTo>
                  <a:pt x="0" y="0"/>
                </a:moveTo>
                <a:lnTo>
                  <a:pt x="1195473" y="0"/>
                </a:lnTo>
                <a:lnTo>
                  <a:pt x="1195473" y="927986"/>
                </a:lnTo>
                <a:lnTo>
                  <a:pt x="0" y="927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67174" y="7617251"/>
            <a:ext cx="1399808" cy="735536"/>
          </a:xfrm>
          <a:custGeom>
            <a:avLst/>
            <a:gdLst/>
            <a:ahLst/>
            <a:cxnLst/>
            <a:rect r="r" b="b" t="t" l="l"/>
            <a:pathLst>
              <a:path h="735536" w="1399808">
                <a:moveTo>
                  <a:pt x="0" y="0"/>
                </a:moveTo>
                <a:lnTo>
                  <a:pt x="1399809" y="0"/>
                </a:lnTo>
                <a:lnTo>
                  <a:pt x="1399809" y="735536"/>
                </a:lnTo>
                <a:lnTo>
                  <a:pt x="0" y="735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10106" y="1616898"/>
            <a:ext cx="493538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2587"/>
                </a:solidFill>
                <a:latin typeface="Poppins Bold"/>
                <a:ea typeface="Poppins Bold"/>
                <a:cs typeface="Poppins Bold"/>
                <a:sym typeface="Poppins Bold"/>
              </a:rPr>
              <a:t>Künstliche Intelligenz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00581" y="648523"/>
            <a:ext cx="565870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</a:t>
            </a:r>
          </a:p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Pressebericht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65523" y="3998089"/>
            <a:ext cx="1619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41481" y="6852445"/>
            <a:ext cx="17710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73246" y="6052190"/>
            <a:ext cx="187821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42880" y="4348509"/>
            <a:ext cx="159693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65523" y="7859638"/>
            <a:ext cx="200025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76533" y="7550678"/>
            <a:ext cx="186184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41481" y="5230908"/>
            <a:ext cx="174427" cy="4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2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19524" y="558040"/>
            <a:ext cx="9081032" cy="9140672"/>
          </a:xfrm>
          <a:custGeom>
            <a:avLst/>
            <a:gdLst/>
            <a:ahLst/>
            <a:cxnLst/>
            <a:rect r="r" b="b" t="t" l="l"/>
            <a:pathLst>
              <a:path h="9140672" w="9081032">
                <a:moveTo>
                  <a:pt x="0" y="0"/>
                </a:moveTo>
                <a:lnTo>
                  <a:pt x="9081032" y="0"/>
                </a:lnTo>
                <a:lnTo>
                  <a:pt x="9081032" y="9140672"/>
                </a:lnTo>
                <a:lnTo>
                  <a:pt x="0" y="91406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895" t="-615" r="0" b="-615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303314" y="9010072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1"/>
                </a:lnTo>
                <a:lnTo>
                  <a:pt x="0" y="11343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19524" y="8908189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6" y="0"/>
                </a:lnTo>
                <a:lnTo>
                  <a:pt x="1641146" y="700222"/>
                </a:lnTo>
                <a:lnTo>
                  <a:pt x="0" y="7002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-64570">
            <a:off x="14176578" y="7947681"/>
            <a:ext cx="1271981" cy="1153890"/>
            <a:chOff x="0" y="0"/>
            <a:chExt cx="1695974" cy="1538520"/>
          </a:xfrm>
        </p:grpSpPr>
        <p:sp>
          <p:nvSpPr>
            <p:cNvPr name="Freeform 22" id="22"/>
            <p:cNvSpPr/>
            <p:nvPr/>
          </p:nvSpPr>
          <p:spPr>
            <a:xfrm flipH="false" flipV="false" rot="7122513">
              <a:off x="1147140" y="981684"/>
              <a:ext cx="455753" cy="482278"/>
            </a:xfrm>
            <a:custGeom>
              <a:avLst/>
              <a:gdLst/>
              <a:ahLst/>
              <a:cxnLst/>
              <a:rect r="r" b="b" t="t" l="l"/>
              <a:pathLst>
                <a:path h="482278" w="455753">
                  <a:moveTo>
                    <a:pt x="0" y="0"/>
                  </a:moveTo>
                  <a:lnTo>
                    <a:pt x="455752" y="0"/>
                  </a:lnTo>
                  <a:lnTo>
                    <a:pt x="455752" y="482279"/>
                  </a:lnTo>
                  <a:lnTo>
                    <a:pt x="0" y="482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123526">
              <a:off x="24596" y="21302"/>
              <a:ext cx="1210929" cy="1391070"/>
            </a:xfrm>
            <a:custGeom>
              <a:avLst/>
              <a:gdLst/>
              <a:ahLst/>
              <a:cxnLst/>
              <a:rect r="r" b="b" t="t" l="l"/>
              <a:pathLst>
                <a:path h="1391070" w="1210929">
                  <a:moveTo>
                    <a:pt x="0" y="0"/>
                  </a:moveTo>
                  <a:lnTo>
                    <a:pt x="1210929" y="0"/>
                  </a:lnTo>
                  <a:lnTo>
                    <a:pt x="1210929" y="1391070"/>
                  </a:lnTo>
                  <a:lnTo>
                    <a:pt x="0" y="1391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56175" y="2187470"/>
            <a:ext cx="5742088" cy="5912060"/>
          </a:xfrm>
          <a:custGeom>
            <a:avLst/>
            <a:gdLst/>
            <a:ahLst/>
            <a:cxnLst/>
            <a:rect r="r" b="b" t="t" l="l"/>
            <a:pathLst>
              <a:path h="5912060" w="5742088">
                <a:moveTo>
                  <a:pt x="0" y="0"/>
                </a:moveTo>
                <a:lnTo>
                  <a:pt x="5742089" y="0"/>
                </a:lnTo>
                <a:lnTo>
                  <a:pt x="5742089" y="5912060"/>
                </a:lnTo>
                <a:lnTo>
                  <a:pt x="0" y="5912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9524" y="558040"/>
            <a:ext cx="9140672" cy="9140672"/>
          </a:xfrm>
          <a:custGeom>
            <a:avLst/>
            <a:gdLst/>
            <a:ahLst/>
            <a:cxnLst/>
            <a:rect r="r" b="b" t="t" l="l"/>
            <a:pathLst>
              <a:path h="9140672" w="9140672">
                <a:moveTo>
                  <a:pt x="0" y="0"/>
                </a:moveTo>
                <a:lnTo>
                  <a:pt x="9140671" y="0"/>
                </a:lnTo>
                <a:lnTo>
                  <a:pt x="9140671" y="9140672"/>
                </a:lnTo>
                <a:lnTo>
                  <a:pt x="0" y="9140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03314" y="9010072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1"/>
                </a:lnTo>
                <a:lnTo>
                  <a:pt x="0" y="11343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9524" y="558040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6" y="0"/>
                </a:lnTo>
                <a:lnTo>
                  <a:pt x="1641146" y="700223"/>
                </a:lnTo>
                <a:lnTo>
                  <a:pt x="0" y="700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9172" r="0" b="-38605"/>
            </a:stretch>
          </a:blipFill>
          <a:ln w="200025" cap="sq">
            <a:solidFill>
              <a:srgbClr val="E8440B"/>
            </a:solidFill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E8440B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450727" y="590550"/>
            <a:ext cx="26932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76746" y="3520033"/>
            <a:ext cx="2481819" cy="2757577"/>
          </a:xfrm>
          <a:custGeom>
            <a:avLst/>
            <a:gdLst/>
            <a:ahLst/>
            <a:cxnLst/>
            <a:rect r="r" b="b" t="t" l="l"/>
            <a:pathLst>
              <a:path h="2757577" w="2481819">
                <a:moveTo>
                  <a:pt x="0" y="0"/>
                </a:moveTo>
                <a:lnTo>
                  <a:pt x="2481819" y="0"/>
                </a:lnTo>
                <a:lnTo>
                  <a:pt x="2481819" y="2757577"/>
                </a:lnTo>
                <a:lnTo>
                  <a:pt x="0" y="27575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80956" y="2618651"/>
            <a:ext cx="3128301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7D1579"/>
                </a:solidFill>
                <a:latin typeface="Campton Bold"/>
                <a:ea typeface="Campton Bold"/>
                <a:cs typeface="Campton Bold"/>
                <a:sym typeface="Campton Bold"/>
              </a:rPr>
              <a:t>Greenscreen Filmtechnik</a:t>
            </a:r>
            <a:r>
              <a:rPr lang="en-US" sz="2000">
                <a:solidFill>
                  <a:srgbClr val="000000"/>
                </a:solidFill>
                <a:latin typeface="Campton Light"/>
                <a:ea typeface="Campton Light"/>
                <a:cs typeface="Campton Light"/>
                <a:sym typeface="Campton Light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07873" y="2272881"/>
            <a:ext cx="350138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Das Überwachungsvideo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0904718" y="799783"/>
            <a:ext cx="1304539" cy="1327775"/>
          </a:xfrm>
          <a:custGeom>
            <a:avLst/>
            <a:gdLst/>
            <a:ahLst/>
            <a:cxnLst/>
            <a:rect r="r" b="b" t="t" l="l"/>
            <a:pathLst>
              <a:path h="1327775" w="1304539">
                <a:moveTo>
                  <a:pt x="1304539" y="0"/>
                </a:moveTo>
                <a:lnTo>
                  <a:pt x="0" y="0"/>
                </a:lnTo>
                <a:lnTo>
                  <a:pt x="0" y="1327775"/>
                </a:lnTo>
                <a:lnTo>
                  <a:pt x="1304539" y="1327775"/>
                </a:lnTo>
                <a:lnTo>
                  <a:pt x="130453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397878" y="666433"/>
            <a:ext cx="303508" cy="80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7"/>
              </a:lnSpc>
            </a:pPr>
            <a:r>
              <a:rPr lang="en-US" sz="4498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80400" y="9116723"/>
            <a:ext cx="4657714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FFDB0D"/>
                </a:solidFill>
                <a:latin typeface="Campton Bold"/>
                <a:ea typeface="Campton Bold"/>
                <a:cs typeface="Campton Bold"/>
                <a:sym typeface="Campton Bold"/>
              </a:rPr>
              <a:t>3D-Druck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09257" y="8735723"/>
            <a:ext cx="224945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Der USB-Stick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5400000">
            <a:off x="12581745" y="6821843"/>
            <a:ext cx="1714305" cy="1673590"/>
          </a:xfrm>
          <a:custGeom>
            <a:avLst/>
            <a:gdLst/>
            <a:ahLst/>
            <a:cxnLst/>
            <a:rect r="r" b="b" t="t" l="l"/>
            <a:pathLst>
              <a:path h="1673590" w="1714305">
                <a:moveTo>
                  <a:pt x="0" y="0"/>
                </a:moveTo>
                <a:lnTo>
                  <a:pt x="1714305" y="0"/>
                </a:lnTo>
                <a:lnTo>
                  <a:pt x="1714305" y="1673590"/>
                </a:lnTo>
                <a:lnTo>
                  <a:pt x="0" y="16735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134654" y="6668135"/>
            <a:ext cx="23327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17402" y="9325745"/>
            <a:ext cx="4279808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00BBD2"/>
                </a:solidFill>
                <a:latin typeface="Campton Bold"/>
                <a:ea typeface="Campton Bold"/>
                <a:cs typeface="Campton Bold"/>
                <a:sym typeface="Campton Bold"/>
              </a:rPr>
              <a:t>programmierbarer Roboter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97542" y="8887595"/>
            <a:ext cx="233299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Der Lichtschalter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54197" y="7153910"/>
            <a:ext cx="26345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93875" y="8375585"/>
            <a:ext cx="340814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 b="true">
                <a:solidFill>
                  <a:srgbClr val="FF9000"/>
                </a:solidFill>
                <a:latin typeface="Campton Bold"/>
                <a:ea typeface="Campton Bold"/>
                <a:cs typeface="Campton Bold"/>
                <a:sym typeface="Campton Bold"/>
              </a:rPr>
              <a:t>Drohnenfliegen mit Code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01193" y="7987431"/>
            <a:ext cx="224994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Der Drohnenflug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342834" y="6809064"/>
            <a:ext cx="1959188" cy="1029464"/>
          </a:xfrm>
          <a:custGeom>
            <a:avLst/>
            <a:gdLst/>
            <a:ahLst/>
            <a:cxnLst/>
            <a:rect r="r" b="b" t="t" l="l"/>
            <a:pathLst>
              <a:path h="1029464" w="1959188">
                <a:moveTo>
                  <a:pt x="0" y="0"/>
                </a:moveTo>
                <a:lnTo>
                  <a:pt x="1959188" y="0"/>
                </a:lnTo>
                <a:lnTo>
                  <a:pt x="1959188" y="1029465"/>
                </a:lnTo>
                <a:lnTo>
                  <a:pt x="0" y="1029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855965" y="6616813"/>
            <a:ext cx="24522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26857" y="5461635"/>
            <a:ext cx="363307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6FBA4A"/>
                </a:solidFill>
                <a:latin typeface="Campton Bold"/>
                <a:ea typeface="Campton Bold"/>
                <a:cs typeface="Campton Bold"/>
                <a:sym typeface="Campton Bold"/>
              </a:rPr>
              <a:t>Stop Motion Filmtechnik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17475" y="5025586"/>
            <a:ext cx="264245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Das Erpresservideo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966773" y="3926985"/>
            <a:ext cx="1193156" cy="908102"/>
          </a:xfrm>
          <a:custGeom>
            <a:avLst/>
            <a:gdLst/>
            <a:ahLst/>
            <a:cxnLst/>
            <a:rect r="r" b="b" t="t" l="l"/>
            <a:pathLst>
              <a:path h="908102" w="1193156">
                <a:moveTo>
                  <a:pt x="0" y="0"/>
                </a:moveTo>
                <a:lnTo>
                  <a:pt x="1193156" y="0"/>
                </a:lnTo>
                <a:lnTo>
                  <a:pt x="1193156" y="908101"/>
                </a:lnTo>
                <a:lnTo>
                  <a:pt x="0" y="9081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422165" y="3793635"/>
            <a:ext cx="24738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44376" y="5146297"/>
            <a:ext cx="3548427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DE0062"/>
                </a:solidFill>
                <a:latin typeface="Campton Bold"/>
                <a:ea typeface="Campton Bold"/>
                <a:cs typeface="Campton Bold"/>
                <a:sym typeface="Campton Bold"/>
              </a:rPr>
              <a:t>Lasercutting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053552" y="3520033"/>
            <a:ext cx="1595294" cy="1146618"/>
          </a:xfrm>
          <a:custGeom>
            <a:avLst/>
            <a:gdLst/>
            <a:ahLst/>
            <a:cxnLst/>
            <a:rect r="r" b="b" t="t" l="l"/>
            <a:pathLst>
              <a:path h="1146618" w="1595294">
                <a:moveTo>
                  <a:pt x="0" y="0"/>
                </a:moveTo>
                <a:lnTo>
                  <a:pt x="1595294" y="0"/>
                </a:lnTo>
                <a:lnTo>
                  <a:pt x="1595294" y="1146618"/>
                </a:lnTo>
                <a:lnTo>
                  <a:pt x="0" y="11466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651035" y="3399363"/>
            <a:ext cx="22974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58565" y="4765297"/>
            <a:ext cx="423423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Die Schlüsselkarte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748035" y="2957882"/>
            <a:ext cx="3091734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002587"/>
                </a:solidFill>
                <a:latin typeface="Campton Bold"/>
                <a:ea typeface="Campton Bold"/>
                <a:cs typeface="Campton Bold"/>
                <a:sym typeface="Campton Bold"/>
              </a:rPr>
              <a:t>Künstliche Intelligenz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80090" y="2556726"/>
            <a:ext cx="335967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Der Pressebericht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65591" y="944392"/>
            <a:ext cx="21033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7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5866426" y="898320"/>
            <a:ext cx="1973343" cy="1531808"/>
          </a:xfrm>
          <a:custGeom>
            <a:avLst/>
            <a:gdLst/>
            <a:ahLst/>
            <a:cxnLst/>
            <a:rect r="r" b="b" t="t" l="l"/>
            <a:pathLst>
              <a:path h="1531808" w="1973343">
                <a:moveTo>
                  <a:pt x="0" y="0"/>
                </a:moveTo>
                <a:lnTo>
                  <a:pt x="1973343" y="0"/>
                </a:lnTo>
                <a:lnTo>
                  <a:pt x="1973343" y="1531807"/>
                </a:lnTo>
                <a:lnTo>
                  <a:pt x="0" y="153180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303314" y="9010072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1"/>
                </a:lnTo>
                <a:lnTo>
                  <a:pt x="0" y="113430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93901" y="9227111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7" y="0"/>
                </a:lnTo>
                <a:lnTo>
                  <a:pt x="1641147" y="700223"/>
                </a:lnTo>
                <a:lnTo>
                  <a:pt x="0" y="70022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7057943">
            <a:off x="10699134" y="8379183"/>
            <a:ext cx="522067" cy="552451"/>
          </a:xfrm>
          <a:custGeom>
            <a:avLst/>
            <a:gdLst/>
            <a:ahLst/>
            <a:cxnLst/>
            <a:rect r="r" b="b" t="t" l="l"/>
            <a:pathLst>
              <a:path h="552451" w="522067">
                <a:moveTo>
                  <a:pt x="0" y="0"/>
                </a:moveTo>
                <a:lnTo>
                  <a:pt x="522067" y="0"/>
                </a:lnTo>
                <a:lnTo>
                  <a:pt x="522067" y="552451"/>
                </a:lnTo>
                <a:lnTo>
                  <a:pt x="0" y="55245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58956">
            <a:off x="9402521" y="7295191"/>
            <a:ext cx="1387124" cy="1593476"/>
          </a:xfrm>
          <a:custGeom>
            <a:avLst/>
            <a:gdLst/>
            <a:ahLst/>
            <a:cxnLst/>
            <a:rect r="r" b="b" t="t" l="l"/>
            <a:pathLst>
              <a:path h="1593476" w="1387124">
                <a:moveTo>
                  <a:pt x="0" y="0"/>
                </a:moveTo>
                <a:lnTo>
                  <a:pt x="1387123" y="0"/>
                </a:lnTo>
                <a:lnTo>
                  <a:pt x="1387123" y="1593476"/>
                </a:lnTo>
                <a:lnTo>
                  <a:pt x="0" y="15934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-2389" b="-11123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E8440B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853726" y="2721042"/>
            <a:ext cx="6507812" cy="325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© 2026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vom </a:t>
            </a:r>
            <a:r>
              <a:rPr lang="en-US" sz="27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3" tooltip="https://digitallabor.ms/angebot"/>
              </a:rPr>
              <a:t>Digitallabor Münster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ist lizensiert unter </a:t>
            </a:r>
            <a:r>
              <a:rPr lang="en-US" sz="27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4" tooltip="https://creativecommons.org/licenses/by-nc-sa/4.0/legalcode.de"/>
              </a:rPr>
              <a:t>CC BY-NC-SA 4.0.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35549" y="4573513"/>
            <a:ext cx="6396857" cy="2603120"/>
          </a:xfrm>
          <a:custGeom>
            <a:avLst/>
            <a:gdLst/>
            <a:ahLst/>
            <a:cxnLst/>
            <a:rect r="r" b="b" t="t" l="l"/>
            <a:pathLst>
              <a:path h="2603120" w="6396857">
                <a:moveTo>
                  <a:pt x="0" y="0"/>
                </a:moveTo>
                <a:lnTo>
                  <a:pt x="6396857" y="0"/>
                </a:lnTo>
                <a:lnTo>
                  <a:pt x="6396857" y="2603121"/>
                </a:lnTo>
                <a:lnTo>
                  <a:pt x="0" y="26031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55078" y="5143500"/>
            <a:ext cx="6730476" cy="1463147"/>
          </a:xfrm>
          <a:custGeom>
            <a:avLst/>
            <a:gdLst/>
            <a:ahLst/>
            <a:cxnLst/>
            <a:rect r="r" b="b" t="t" l="l"/>
            <a:pathLst>
              <a:path h="1463147" w="6730476">
                <a:moveTo>
                  <a:pt x="0" y="0"/>
                </a:moveTo>
                <a:lnTo>
                  <a:pt x="6730476" y="0"/>
                </a:lnTo>
                <a:lnTo>
                  <a:pt x="6730476" y="1463147"/>
                </a:lnTo>
                <a:lnTo>
                  <a:pt x="0" y="14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655078" y="2721042"/>
            <a:ext cx="6507812" cy="199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Das Digitallabor wird koordiniert und betreut von der Stabsstelle Digitale Bildung im Amt für Schule und Weiterbildung der Stadt Münster.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DAGbbAMa24g</dc:identifier>
  <dcterms:modified xsi:type="dcterms:W3CDTF">2011-08-01T06:04:30Z</dcterms:modified>
  <cp:revision>1</cp:revision>
  <dc:title>Video Erklärung der Stationen - angepasst</dc:title>
</cp:coreProperties>
</file>