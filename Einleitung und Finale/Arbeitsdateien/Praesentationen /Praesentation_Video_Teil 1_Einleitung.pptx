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  <p:embeddedFont>
      <p:font typeface="Caveat Brush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9.svg" Type="http://schemas.openxmlformats.org/officeDocument/2006/relationships/image"/><Relationship Id="rId7" Target="../media/aAGbbIlXYmo.m4a" Type="http://schemas.microsoft.com/office/2007/relationships/media"/><Relationship Id="rId8" Target="../media/aAGbbIlXYmo.m4a" Type="http://schemas.openxmlformats.org/officeDocument/2006/relationships/audi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3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digitallabor.ms/angebot" TargetMode="External" Type="http://schemas.openxmlformats.org/officeDocument/2006/relationships/hyperlink"/><Relationship Id="rId4" Target="https://creativecommons.org/licenses/by-nc-sa/4.0/legalcode.de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775" y="-680032"/>
            <a:ext cx="6970905" cy="10681865"/>
          </a:xfrm>
          <a:custGeom>
            <a:avLst/>
            <a:gdLst/>
            <a:ahLst/>
            <a:cxnLst/>
            <a:rect r="r" b="b" t="t" l="l"/>
            <a:pathLst>
              <a:path h="10681865" w="6970905">
                <a:moveTo>
                  <a:pt x="0" y="0"/>
                </a:moveTo>
                <a:lnTo>
                  <a:pt x="6970905" y="0"/>
                </a:lnTo>
                <a:lnTo>
                  <a:pt x="6970905" y="10681864"/>
                </a:lnTo>
                <a:lnTo>
                  <a:pt x="0" y="10681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785" r="-1019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60526" y="9060310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2"/>
                </a:lnTo>
                <a:lnTo>
                  <a:pt x="0" y="1134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6702" y="927735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45285" y="4451350"/>
            <a:ext cx="5615242" cy="97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 b="true">
                <a:solidFill>
                  <a:srgbClr val="E8440B"/>
                </a:solidFill>
                <a:latin typeface="Poppins Bold"/>
                <a:ea typeface="Poppins Bold"/>
                <a:cs typeface="Poppins Bold"/>
                <a:sym typeface="Poppins Bold"/>
              </a:rPr>
              <a:t>Hört gut zu!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4105" y="9627461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>
                  <p14:trim st="0.0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8"/>
                </p:tgtEl>
              </p:cBhvr>
            </p:cmd>
            <p:audio>
              <p:cMediaNode vol="100000" showWhenStopped="false">
                <p:cTn/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36474" y="1673421"/>
            <a:ext cx="7864201" cy="6940157"/>
          </a:xfrm>
          <a:custGeom>
            <a:avLst/>
            <a:gdLst/>
            <a:ahLst/>
            <a:cxnLst/>
            <a:rect r="r" b="b" t="t" l="l"/>
            <a:pathLst>
              <a:path h="6940157" w="7864201">
                <a:moveTo>
                  <a:pt x="0" y="0"/>
                </a:moveTo>
                <a:lnTo>
                  <a:pt x="7864200" y="0"/>
                </a:lnTo>
                <a:lnTo>
                  <a:pt x="7864200" y="6940158"/>
                </a:lnTo>
                <a:lnTo>
                  <a:pt x="0" y="6940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53999">
            <a:off x="9108197" y="4509221"/>
            <a:ext cx="4059383" cy="1268557"/>
          </a:xfrm>
          <a:custGeom>
            <a:avLst/>
            <a:gdLst/>
            <a:ahLst/>
            <a:cxnLst/>
            <a:rect r="r" b="b" t="t" l="l"/>
            <a:pathLst>
              <a:path h="1268557" w="4059383">
                <a:moveTo>
                  <a:pt x="0" y="0"/>
                </a:moveTo>
                <a:lnTo>
                  <a:pt x="4059383" y="0"/>
                </a:lnTo>
                <a:lnTo>
                  <a:pt x="4059383" y="1268558"/>
                </a:lnTo>
                <a:lnTo>
                  <a:pt x="0" y="12685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630345">
            <a:off x="14453861" y="3434313"/>
            <a:ext cx="1718616" cy="3829786"/>
          </a:xfrm>
          <a:custGeom>
            <a:avLst/>
            <a:gdLst/>
            <a:ahLst/>
            <a:cxnLst/>
            <a:rect r="r" b="b" t="t" l="l"/>
            <a:pathLst>
              <a:path h="3829786" w="1718616">
                <a:moveTo>
                  <a:pt x="0" y="0"/>
                </a:moveTo>
                <a:lnTo>
                  <a:pt x="1718616" y="0"/>
                </a:lnTo>
                <a:lnTo>
                  <a:pt x="1718616" y="3829786"/>
                </a:lnTo>
                <a:lnTo>
                  <a:pt x="0" y="38297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60526" y="9060310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2"/>
                </a:lnTo>
                <a:lnTo>
                  <a:pt x="0" y="11343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6702" y="927735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6" y="0"/>
                </a:lnTo>
                <a:lnTo>
                  <a:pt x="1641146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1569390" y="4719641"/>
            <a:ext cx="4353703" cy="3104082"/>
          </a:xfrm>
          <a:custGeom>
            <a:avLst/>
            <a:gdLst/>
            <a:ahLst/>
            <a:cxnLst/>
            <a:rect r="r" b="b" t="t" l="l"/>
            <a:pathLst>
              <a:path h="3104082" w="4353703">
                <a:moveTo>
                  <a:pt x="4353703" y="0"/>
                </a:moveTo>
                <a:lnTo>
                  <a:pt x="0" y="0"/>
                </a:lnTo>
                <a:lnTo>
                  <a:pt x="0" y="3104082"/>
                </a:lnTo>
                <a:lnTo>
                  <a:pt x="4353703" y="3104082"/>
                </a:lnTo>
                <a:lnTo>
                  <a:pt x="435370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915952" y="1387171"/>
            <a:ext cx="5938279" cy="341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FF9000"/>
                </a:solidFill>
                <a:latin typeface="Caveat Brush"/>
                <a:ea typeface="Caveat Brush"/>
                <a:cs typeface="Caveat Brush"/>
                <a:sym typeface="Caveat Brush"/>
              </a:rPr>
              <a:t>IHR!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55841" y="365889"/>
            <a:ext cx="9564747" cy="9564747"/>
          </a:xfrm>
          <a:custGeom>
            <a:avLst/>
            <a:gdLst/>
            <a:ahLst/>
            <a:cxnLst/>
            <a:rect r="r" b="b" t="t" l="l"/>
            <a:pathLst>
              <a:path h="9564747" w="9564747">
                <a:moveTo>
                  <a:pt x="0" y="0"/>
                </a:moveTo>
                <a:lnTo>
                  <a:pt x="9564747" y="0"/>
                </a:lnTo>
                <a:lnTo>
                  <a:pt x="9564747" y="9564747"/>
                </a:lnTo>
                <a:lnTo>
                  <a:pt x="0" y="9564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60526" y="9060310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2"/>
                </a:lnTo>
                <a:lnTo>
                  <a:pt x="0" y="113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5841" y="365889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7" y="0"/>
                </a:lnTo>
                <a:lnTo>
                  <a:pt x="1641147" y="700223"/>
                </a:lnTo>
                <a:lnTo>
                  <a:pt x="0" y="7002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3108235" y="607596"/>
            <a:ext cx="13183747" cy="13914245"/>
          </a:xfrm>
          <a:custGeom>
            <a:avLst/>
            <a:gdLst/>
            <a:ahLst/>
            <a:cxnLst/>
            <a:rect r="r" b="b" t="t" l="l"/>
            <a:pathLst>
              <a:path h="13914245" w="13183747">
                <a:moveTo>
                  <a:pt x="0" y="0"/>
                </a:moveTo>
                <a:lnTo>
                  <a:pt x="13183748" y="0"/>
                </a:lnTo>
                <a:lnTo>
                  <a:pt x="13183748" y="13914246"/>
                </a:lnTo>
                <a:lnTo>
                  <a:pt x="0" y="13914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23584" y="2184603"/>
            <a:ext cx="5905091" cy="5927318"/>
          </a:xfrm>
          <a:custGeom>
            <a:avLst/>
            <a:gdLst/>
            <a:ahLst/>
            <a:cxnLst/>
            <a:rect r="r" b="b" t="t" l="l"/>
            <a:pathLst>
              <a:path h="5927318" w="5905091">
                <a:moveTo>
                  <a:pt x="0" y="0"/>
                </a:moveTo>
                <a:lnTo>
                  <a:pt x="5905091" y="0"/>
                </a:lnTo>
                <a:lnTo>
                  <a:pt x="5905091" y="5927319"/>
                </a:lnTo>
                <a:lnTo>
                  <a:pt x="0" y="5927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4882" y="1813128"/>
            <a:ext cx="5938279" cy="341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E8440B"/>
                </a:solidFill>
                <a:latin typeface="Caveat Brush"/>
                <a:ea typeface="Caveat Brush"/>
                <a:cs typeface="Caveat Brush"/>
                <a:sym typeface="Caveat Brush"/>
              </a:rPr>
              <a:t>1 mal 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60526" y="9060310"/>
            <a:ext cx="2787410" cy="1134302"/>
          </a:xfrm>
          <a:custGeom>
            <a:avLst/>
            <a:gdLst/>
            <a:ahLst/>
            <a:cxnLst/>
            <a:rect r="r" b="b" t="t" l="l"/>
            <a:pathLst>
              <a:path h="1134302" w="2787410">
                <a:moveTo>
                  <a:pt x="0" y="0"/>
                </a:moveTo>
                <a:lnTo>
                  <a:pt x="2787410" y="0"/>
                </a:lnTo>
                <a:lnTo>
                  <a:pt x="2787410" y="1134302"/>
                </a:lnTo>
                <a:lnTo>
                  <a:pt x="0" y="11343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1916" y="9277350"/>
            <a:ext cx="1641146" cy="700222"/>
          </a:xfrm>
          <a:custGeom>
            <a:avLst/>
            <a:gdLst/>
            <a:ahLst/>
            <a:cxnLst/>
            <a:rect r="r" b="b" t="t" l="l"/>
            <a:pathLst>
              <a:path h="700222" w="1641146">
                <a:moveTo>
                  <a:pt x="0" y="0"/>
                </a:moveTo>
                <a:lnTo>
                  <a:pt x="1641147" y="0"/>
                </a:lnTo>
                <a:lnTo>
                  <a:pt x="1641147" y="700222"/>
                </a:lnTo>
                <a:lnTo>
                  <a:pt x="0" y="70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172" r="0" b="-38605"/>
            </a:stretch>
          </a:blipFill>
          <a:ln w="200025" cap="sq">
            <a:solidFill>
              <a:srgbClr val="E8440B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853726" y="2721042"/>
            <a:ext cx="6507812" cy="325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© 2026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vom </a:t>
            </a:r>
            <a:r>
              <a:rPr lang="en-US" sz="2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digitallabor.ms/angebot"/>
              </a:rPr>
              <a:t>Digitallabor Münster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ist lizensiert unter </a:t>
            </a:r>
            <a:r>
              <a:rPr lang="en-US" sz="27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creativecommons.org/licenses/by-nc-sa/4.0/legalcode.de"/>
              </a:rPr>
              <a:t>CC BY-NC-SA 4.0.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35549" y="4573513"/>
            <a:ext cx="6396857" cy="2603120"/>
          </a:xfrm>
          <a:custGeom>
            <a:avLst/>
            <a:gdLst/>
            <a:ahLst/>
            <a:cxnLst/>
            <a:rect r="r" b="b" t="t" l="l"/>
            <a:pathLst>
              <a:path h="2603120" w="6396857">
                <a:moveTo>
                  <a:pt x="0" y="0"/>
                </a:moveTo>
                <a:lnTo>
                  <a:pt x="6396857" y="0"/>
                </a:lnTo>
                <a:lnTo>
                  <a:pt x="6396857" y="2603121"/>
                </a:lnTo>
                <a:lnTo>
                  <a:pt x="0" y="2603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55078" y="2721042"/>
            <a:ext cx="6507812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 Digitallabor wird koordiniert und betreut von der Stabsstelle Digitale Bildung im Amt für Schule und Weiterbildung der Stadt Münster.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655078" y="5143500"/>
            <a:ext cx="6730476" cy="1463147"/>
          </a:xfrm>
          <a:custGeom>
            <a:avLst/>
            <a:gdLst/>
            <a:ahLst/>
            <a:cxnLst/>
            <a:rect r="r" b="b" t="t" l="l"/>
            <a:pathLst>
              <a:path h="1463147" w="6730476">
                <a:moveTo>
                  <a:pt x="0" y="0"/>
                </a:moveTo>
                <a:lnTo>
                  <a:pt x="6730476" y="0"/>
                </a:lnTo>
                <a:lnTo>
                  <a:pt x="6730476" y="1463147"/>
                </a:lnTo>
                <a:lnTo>
                  <a:pt x="0" y="1463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DAGbbDl8cZ4</dc:identifier>
  <dcterms:modified xsi:type="dcterms:W3CDTF">2011-08-01T06:04:30Z</dcterms:modified>
  <cp:revision>1</cp:revision>
  <dc:title>Video Einleitung Digitallabor</dc:title>
</cp:coreProperties>
</file>