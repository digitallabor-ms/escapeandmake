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15113000"/>
  <p:notesSz cx="6858000" cy="9144000"/>
  <p:embeddedFontLst>
    <p:embeddedFont>
      <p:font typeface="Poppins" panose="00000500000000000000" pitchFamily="2" charset="0"/>
      <p:regular r:id="rId3"/>
    </p:embeddedFont>
    <p:embeddedFont>
      <p:font typeface="Poppins Bold" panose="00000800000000000000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210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0228" y="4186323"/>
            <a:ext cx="4706884" cy="4706884"/>
          </a:xfrm>
          <a:custGeom>
            <a:avLst/>
            <a:gdLst/>
            <a:ahLst/>
            <a:cxnLst/>
            <a:rect l="l" t="t" r="r" b="b"/>
            <a:pathLst>
              <a:path w="4706884" h="4706884">
                <a:moveTo>
                  <a:pt x="0" y="0"/>
                </a:moveTo>
                <a:lnTo>
                  <a:pt x="4706884" y="0"/>
                </a:lnTo>
                <a:lnTo>
                  <a:pt x="4706884" y="4706884"/>
                </a:lnTo>
                <a:lnTo>
                  <a:pt x="0" y="4706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1010764" y="10583593"/>
            <a:ext cx="9032696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49"/>
              </a:lnSpc>
            </a:pPr>
            <a:r>
              <a:rPr lang="en-US" sz="48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3D-Druck</a:t>
            </a:r>
          </a:p>
        </p:txBody>
      </p:sp>
      <p:sp>
        <p:nvSpPr>
          <p:cNvPr id="4" name="Freeform 4"/>
          <p:cNvSpPr/>
          <p:nvPr/>
        </p:nvSpPr>
        <p:spPr>
          <a:xfrm>
            <a:off x="6383965" y="4555462"/>
            <a:ext cx="3297272" cy="3218962"/>
          </a:xfrm>
          <a:custGeom>
            <a:avLst/>
            <a:gdLst/>
            <a:ahLst/>
            <a:cxnLst/>
            <a:rect l="l" t="t" r="r" b="b"/>
            <a:pathLst>
              <a:path w="3297272" h="3218962">
                <a:moveTo>
                  <a:pt x="0" y="0"/>
                </a:moveTo>
                <a:lnTo>
                  <a:pt x="3297271" y="0"/>
                </a:lnTo>
                <a:lnTo>
                  <a:pt x="3297271" y="3218962"/>
                </a:lnTo>
                <a:lnTo>
                  <a:pt x="0" y="3218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7381494" y="13511251"/>
            <a:ext cx="3310506" cy="1079098"/>
          </a:xfrm>
          <a:custGeom>
            <a:avLst/>
            <a:gdLst/>
            <a:ahLst/>
            <a:cxnLst/>
            <a:rect l="l" t="t" r="r" b="b"/>
            <a:pathLst>
              <a:path w="3310506" h="1079098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010764" y="1396751"/>
            <a:ext cx="8670473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USB-Stick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443955" y="14770349"/>
            <a:ext cx="9372702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Benutzerdefiniert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Poppins Bold</vt:lpstr>
      <vt:lpstr>Arial</vt:lpstr>
      <vt:lpstr>Calibri</vt:lpstr>
      <vt:lpstr>Poppins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OER A3 Stationsschilder QR Code</dc:title>
  <dc:creator>Seida Bahtovic</dc:creator>
  <cp:lastModifiedBy>Seida Bahtovic</cp:lastModifiedBy>
  <cp:revision>1</cp:revision>
  <dcterms:created xsi:type="dcterms:W3CDTF">2006-08-16T00:00:00Z</dcterms:created>
  <dcterms:modified xsi:type="dcterms:W3CDTF">2026-04-21T12:30:05Z</dcterms:modified>
  <dc:identifier>DAGZ7LOIc0s</dc:identifier>
</cp:coreProperties>
</file>