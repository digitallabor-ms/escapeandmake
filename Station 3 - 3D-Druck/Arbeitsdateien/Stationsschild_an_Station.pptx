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15113000"/>
  <p:notesSz cx="6858000" cy="9144000"/>
  <p:embeddedFontLst>
    <p:embeddedFont>
      <p:font typeface="Poppins Bold" charset="1" panose="00000800000000000000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9200" y="4488545"/>
            <a:ext cx="6347144" cy="634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6"/>
              </a:lnSpc>
            </a:pPr>
            <a:r>
              <a:rPr lang="en-US" sz="3737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Um den Orginalstick unbemerkt stehlen zu können, muss ein Duplikat erstellt werden. Eure Aufgabe ist es, den Doppelgänger des Sticks mit Hilfe des </a:t>
            </a:r>
            <a:r>
              <a:rPr lang="en-US" sz="373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3D-Druckers</a:t>
            </a:r>
            <a:r>
              <a:rPr lang="en-US" sz="3737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 herzustellen.</a:t>
            </a:r>
          </a:p>
          <a:p>
            <a:pPr algn="l">
              <a:lnSpc>
                <a:spcPts val="5606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540153" y="13023419"/>
            <a:ext cx="3151847" cy="1027381"/>
          </a:xfrm>
          <a:custGeom>
            <a:avLst/>
            <a:gdLst/>
            <a:ahLst/>
            <a:cxnLst/>
            <a:rect r="r" b="b" t="t" l="l"/>
            <a:pathLst>
              <a:path h="1027381" w="3151847">
                <a:moveTo>
                  <a:pt x="0" y="0"/>
                </a:moveTo>
                <a:lnTo>
                  <a:pt x="3151847" y="0"/>
                </a:lnTo>
                <a:lnTo>
                  <a:pt x="3151847" y="1027381"/>
                </a:lnTo>
                <a:lnTo>
                  <a:pt x="0" y="1027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87665" y="888225"/>
            <a:ext cx="9092080" cy="88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5"/>
              </a:lnSpc>
            </a:pPr>
            <a:r>
              <a:rPr lang="en-US" sz="467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Der USB-Stick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416344" y="2302062"/>
            <a:ext cx="2731519" cy="2666645"/>
          </a:xfrm>
          <a:custGeom>
            <a:avLst/>
            <a:gdLst/>
            <a:ahLst/>
            <a:cxnLst/>
            <a:rect r="r" b="b" t="t" l="l"/>
            <a:pathLst>
              <a:path h="2666645" w="2731519">
                <a:moveTo>
                  <a:pt x="0" y="0"/>
                </a:moveTo>
                <a:lnTo>
                  <a:pt x="2731519" y="0"/>
                </a:lnTo>
                <a:lnTo>
                  <a:pt x="2731519" y="2666645"/>
                </a:lnTo>
                <a:lnTo>
                  <a:pt x="0" y="26666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1242" y="14770349"/>
            <a:ext cx="9372702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  <a:p>
            <a:pPr algn="l">
              <a:lnSpc>
                <a:spcPts val="166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DAG181WwV9s</dc:identifier>
  <dcterms:modified xsi:type="dcterms:W3CDTF">2011-08-01T06:04:30Z</dcterms:modified>
  <cp:revision>1</cp:revision>
  <dc:title>OER A3 Stationsschilder</dc:title>
</cp:coreProperties>
</file>