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15113000"/>
  <p:notesSz cx="6858000" cy="9144000"/>
  <p:embeddedFontLst>
    <p:embeddedFont>
      <p:font typeface="Poppins Bold" charset="1" panose="00000800000000000000"/>
      <p:regular r:id="rId7"/>
    </p:embeddedFont>
    <p:embeddedFont>
      <p:font typeface="Poppins" charset="1" panose="000005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0228" y="4186323"/>
            <a:ext cx="4706884" cy="4706884"/>
          </a:xfrm>
          <a:custGeom>
            <a:avLst/>
            <a:gdLst/>
            <a:ahLst/>
            <a:cxnLst/>
            <a:rect r="r" b="b" t="t" l="l"/>
            <a:pathLst>
              <a:path h="4706884" w="4706884">
                <a:moveTo>
                  <a:pt x="0" y="0"/>
                </a:moveTo>
                <a:lnTo>
                  <a:pt x="4706884" y="0"/>
                </a:lnTo>
                <a:lnTo>
                  <a:pt x="4706884" y="4706884"/>
                </a:lnTo>
                <a:lnTo>
                  <a:pt x="0" y="47068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10764" y="10583593"/>
            <a:ext cx="9032696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349"/>
              </a:lnSpc>
            </a:pPr>
            <a:r>
              <a:rPr lang="en-US" sz="48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3D-Druck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383965" y="4555462"/>
            <a:ext cx="3297272" cy="3218962"/>
          </a:xfrm>
          <a:custGeom>
            <a:avLst/>
            <a:gdLst/>
            <a:ahLst/>
            <a:cxnLst/>
            <a:rect r="r" b="b" t="t" l="l"/>
            <a:pathLst>
              <a:path h="3218962" w="3297272">
                <a:moveTo>
                  <a:pt x="0" y="0"/>
                </a:moveTo>
                <a:lnTo>
                  <a:pt x="3297271" y="0"/>
                </a:lnTo>
                <a:lnTo>
                  <a:pt x="3297271" y="3218962"/>
                </a:lnTo>
                <a:lnTo>
                  <a:pt x="0" y="32189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81494" y="13511251"/>
            <a:ext cx="3310506" cy="1079098"/>
          </a:xfrm>
          <a:custGeom>
            <a:avLst/>
            <a:gdLst/>
            <a:ahLst/>
            <a:cxnLst/>
            <a:rect r="r" b="b" t="t" l="l"/>
            <a:pathLst>
              <a:path h="1079098" w="3310506">
                <a:moveTo>
                  <a:pt x="0" y="0"/>
                </a:moveTo>
                <a:lnTo>
                  <a:pt x="3310506" y="0"/>
                </a:lnTo>
                <a:lnTo>
                  <a:pt x="3310506" y="1079098"/>
                </a:lnTo>
                <a:lnTo>
                  <a:pt x="0" y="10790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10764" y="1396751"/>
            <a:ext cx="8670473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9"/>
              </a:lnSpc>
            </a:pPr>
            <a:r>
              <a:rPr lang="en-US" sz="48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Der USB-Stick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443955" y="14770349"/>
            <a:ext cx="9372702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5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DAGZ7LOIc0s</dc:identifier>
  <dcterms:modified xsi:type="dcterms:W3CDTF">2011-08-01T06:04:30Z</dcterms:modified>
  <cp:revision>1</cp:revision>
  <dc:title>OER A3 Stationsschilder QR Code</dc:title>
</cp:coreProperties>
</file>