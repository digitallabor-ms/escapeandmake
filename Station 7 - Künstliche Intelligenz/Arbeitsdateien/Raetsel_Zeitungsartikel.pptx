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</p:sldIdLst>
  <p:sldSz cx="7556500" cy="10693400"/>
  <p:notesSz cx="6858000" cy="9144000"/>
  <p:embeddedFontLst>
    <p:embeddedFont>
      <p:font typeface="Poppins" charset="1" panose="00000500000000000000"/>
      <p:regular r:id="rId8"/>
    </p:embeddedFont>
    <p:embeddedFont>
      <p:font typeface="Montserrat" charset="1" panose="00000500000000000000"/>
      <p:regular r:id="rId9"/>
    </p:embeddedFont>
    <p:embeddedFont>
      <p:font typeface="Poppins Light" charset="1" panose="0000040000000000000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163442">
            <a:off x="3825916" y="5035202"/>
            <a:ext cx="1115663" cy="1175929"/>
          </a:xfrm>
          <a:custGeom>
            <a:avLst/>
            <a:gdLst/>
            <a:ahLst/>
            <a:cxnLst/>
            <a:rect r="r" b="b" t="t" l="l"/>
            <a:pathLst>
              <a:path h="1175929" w="1115663">
                <a:moveTo>
                  <a:pt x="0" y="0"/>
                </a:moveTo>
                <a:lnTo>
                  <a:pt x="1115663" y="0"/>
                </a:lnTo>
                <a:lnTo>
                  <a:pt x="1115663" y="1175929"/>
                </a:lnTo>
                <a:lnTo>
                  <a:pt x="0" y="11759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10865" y="598098"/>
            <a:ext cx="4795890" cy="318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Der Plan ist gelungen. Jetzt soll die Welt davon erfahren. Eure Aufgabe ist mit Hilfe eines KI-Assistenten einen täuschend echten medialen Beitrag zum Raubzug zu erstellen. Die Wahl des Medienformats ist euch überlassen.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30172" y="4045693"/>
            <a:ext cx="60519" cy="139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1"/>
              </a:lnSpc>
            </a:pPr>
            <a:r>
              <a:rPr lang="en-US" sz="801" spc="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&gt;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10865" y="4020376"/>
            <a:ext cx="6850159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Findet in den Zeitungsartikeln das Lösungswort! 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510865" y="4741101"/>
            <a:ext cx="2672384" cy="4524026"/>
            <a:chOff x="0" y="0"/>
            <a:chExt cx="3563179" cy="603203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563179" cy="6032035"/>
            </a:xfrm>
            <a:custGeom>
              <a:avLst/>
              <a:gdLst/>
              <a:ahLst/>
              <a:cxnLst/>
              <a:rect r="r" b="b" t="t" l="l"/>
              <a:pathLst>
                <a:path h="6032035" w="3563179">
                  <a:moveTo>
                    <a:pt x="0" y="0"/>
                  </a:moveTo>
                  <a:lnTo>
                    <a:pt x="3563179" y="0"/>
                  </a:lnTo>
                  <a:lnTo>
                    <a:pt x="3563179" y="6032035"/>
                  </a:lnTo>
                  <a:lnTo>
                    <a:pt x="0" y="60320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-11265" r="0" b="-11265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731977" y="130657"/>
              <a:ext cx="2099224" cy="56564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23"/>
                </a:lnSpc>
              </a:pPr>
              <a:r>
                <a:rPr lang="en-US" sz="2001" spc="18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u-3-1-1 </a:t>
              </a:r>
            </a:p>
            <a:p>
              <a:pPr algn="ctr">
                <a:lnSpc>
                  <a:spcPts val="3423"/>
                </a:lnSpc>
              </a:pPr>
              <a:r>
                <a:rPr lang="en-US" sz="2001" spc="18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u-16-3-5</a:t>
              </a:r>
            </a:p>
            <a:p>
              <a:pPr algn="ctr">
                <a:lnSpc>
                  <a:spcPts val="3423"/>
                </a:lnSpc>
              </a:pPr>
              <a:r>
                <a:rPr lang="en-US" sz="2001" spc="18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o-4-4-12</a:t>
              </a:r>
            </a:p>
            <a:p>
              <a:pPr algn="ctr">
                <a:lnSpc>
                  <a:spcPts val="3423"/>
                </a:lnSpc>
              </a:pPr>
              <a:r>
                <a:rPr lang="en-US" sz="2001" spc="18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u-26-1-1 </a:t>
              </a:r>
            </a:p>
            <a:p>
              <a:pPr algn="ctr">
                <a:lnSpc>
                  <a:spcPts val="3423"/>
                </a:lnSpc>
              </a:pPr>
              <a:r>
                <a:rPr lang="en-US" sz="2001" spc="18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o-15-1-2 </a:t>
              </a:r>
            </a:p>
            <a:p>
              <a:pPr algn="ctr">
                <a:lnSpc>
                  <a:spcPts val="3423"/>
                </a:lnSpc>
              </a:pPr>
              <a:r>
                <a:rPr lang="en-US" sz="2001" spc="18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o-7-4-4 </a:t>
              </a:r>
            </a:p>
            <a:p>
              <a:pPr algn="ctr">
                <a:lnSpc>
                  <a:spcPts val="3423"/>
                </a:lnSpc>
              </a:pPr>
              <a:r>
                <a:rPr lang="en-US" sz="2001" spc="18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u-27-6-1 </a:t>
              </a:r>
            </a:p>
            <a:p>
              <a:pPr algn="ctr">
                <a:lnSpc>
                  <a:spcPts val="3423"/>
                </a:lnSpc>
              </a:pPr>
              <a:r>
                <a:rPr lang="en-US" sz="2001" spc="18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o-9-3-7 </a:t>
              </a:r>
            </a:p>
            <a:p>
              <a:pPr algn="ctr">
                <a:lnSpc>
                  <a:spcPts val="3423"/>
                </a:lnSpc>
              </a:pPr>
              <a:r>
                <a:rPr lang="en-US" sz="2001" spc="18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u-9-2-1 </a:t>
              </a:r>
            </a:p>
            <a:p>
              <a:pPr algn="ctr">
                <a:lnSpc>
                  <a:spcPts val="3423"/>
                </a:lnSpc>
              </a:pPr>
              <a:r>
                <a:rPr lang="en-US" sz="2001" spc="18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u-18-3-6 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2591354">
            <a:off x="5495346" y="770199"/>
            <a:ext cx="1448631" cy="1124500"/>
          </a:xfrm>
          <a:custGeom>
            <a:avLst/>
            <a:gdLst/>
            <a:ahLst/>
            <a:cxnLst/>
            <a:rect r="r" b="b" t="t" l="l"/>
            <a:pathLst>
              <a:path h="1124500" w="1448631">
                <a:moveTo>
                  <a:pt x="0" y="0"/>
                </a:moveTo>
                <a:lnTo>
                  <a:pt x="1448631" y="0"/>
                </a:lnTo>
                <a:lnTo>
                  <a:pt x="1448631" y="1124500"/>
                </a:lnTo>
                <a:lnTo>
                  <a:pt x="0" y="11245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-355433" y="10360502"/>
            <a:ext cx="7560000" cy="182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2"/>
              </a:lnSpc>
              <a:spcBef>
                <a:spcPct val="0"/>
              </a:spcBef>
            </a:pPr>
            <a:r>
              <a:rPr lang="en-US" sz="120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Escape &amp; Make © 2026 vom Digitallabor Münster ist lizensiert unter CC BY-NC-SA 4.0.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1516" y="108000"/>
            <a:ext cx="6616969" cy="10394822"/>
          </a:xfrm>
          <a:custGeom>
            <a:avLst/>
            <a:gdLst/>
            <a:ahLst/>
            <a:cxnLst/>
            <a:rect r="r" b="b" t="t" l="l"/>
            <a:pathLst>
              <a:path h="10394822" w="6616969">
                <a:moveTo>
                  <a:pt x="0" y="0"/>
                </a:moveTo>
                <a:lnTo>
                  <a:pt x="6616968" y="0"/>
                </a:lnTo>
                <a:lnTo>
                  <a:pt x="6616968" y="10394822"/>
                </a:lnTo>
                <a:lnTo>
                  <a:pt x="0" y="103948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173" t="-5859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07516" y="10210321"/>
            <a:ext cx="7560000" cy="337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42"/>
              </a:lnSpc>
              <a:spcBef>
                <a:spcPct val="0"/>
              </a:spcBef>
            </a:pPr>
            <a:r>
              <a:rPr lang="en-US" sz="120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Escape &amp; Make © 2026 vom Digitallabor Münster ist lizensiert unter CC BY-NC-SA 4.0. </a:t>
            </a:r>
          </a:p>
          <a:p>
            <a:pPr algn="l">
              <a:lnSpc>
                <a:spcPts val="1342"/>
              </a:lnSpc>
              <a:spcBef>
                <a:spcPct val="0"/>
              </a:spcBef>
            </a:pPr>
            <a:r>
              <a:rPr lang="en-US" sz="120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Zeitungsartikel KI generiert mit ChatGPT 4.0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DAG17jvEawM</dc:identifier>
  <dcterms:modified xsi:type="dcterms:W3CDTF">2011-08-01T06:04:30Z</dcterms:modified>
  <cp:revision>1</cp:revision>
  <dc:title>OER Station 7 - Rätsel</dc:title>
</cp:coreProperties>
</file>