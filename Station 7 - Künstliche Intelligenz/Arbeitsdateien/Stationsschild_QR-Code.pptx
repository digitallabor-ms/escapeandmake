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15113000"/>
  <p:notesSz cx="6858000" cy="9144000"/>
  <p:embeddedFontLst>
    <p:embeddedFont>
      <p:font typeface="Poppins" panose="00000500000000000000" pitchFamily="2" charset="0"/>
      <p:regular r:id="rId3"/>
    </p:embeddedFont>
    <p:embeddedFont>
      <p:font typeface="Poppins Bold" panose="00000800000000000000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2" d="100"/>
          <a:sy n="32" d="100"/>
        </p:scale>
        <p:origin x="2104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962141" y="4086897"/>
            <a:ext cx="3660659" cy="2841587"/>
          </a:xfrm>
          <a:custGeom>
            <a:avLst/>
            <a:gdLst/>
            <a:ahLst/>
            <a:cxnLst/>
            <a:rect l="l" t="t" r="r" b="b"/>
            <a:pathLst>
              <a:path w="3660659" h="2841587">
                <a:moveTo>
                  <a:pt x="0" y="0"/>
                </a:moveTo>
                <a:lnTo>
                  <a:pt x="3660659" y="0"/>
                </a:lnTo>
                <a:lnTo>
                  <a:pt x="3660659" y="2841587"/>
                </a:lnTo>
                <a:lnTo>
                  <a:pt x="0" y="2841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>
            <a:off x="785193" y="4086897"/>
            <a:ext cx="4406086" cy="4406086"/>
          </a:xfrm>
          <a:custGeom>
            <a:avLst/>
            <a:gdLst/>
            <a:ahLst/>
            <a:cxnLst/>
            <a:rect l="l" t="t" r="r" b="b"/>
            <a:pathLst>
              <a:path w="4406086" h="4406086">
                <a:moveTo>
                  <a:pt x="0" y="0"/>
                </a:moveTo>
                <a:lnTo>
                  <a:pt x="4406086" y="0"/>
                </a:lnTo>
                <a:lnTo>
                  <a:pt x="4406086" y="4406086"/>
                </a:lnTo>
                <a:lnTo>
                  <a:pt x="0" y="44060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/>
          <p:cNvSpPr/>
          <p:nvPr/>
        </p:nvSpPr>
        <p:spPr>
          <a:xfrm>
            <a:off x="7381494" y="13511251"/>
            <a:ext cx="3310506" cy="1079098"/>
          </a:xfrm>
          <a:custGeom>
            <a:avLst/>
            <a:gdLst/>
            <a:ahLst/>
            <a:cxnLst/>
            <a:rect l="l" t="t" r="r" b="b"/>
            <a:pathLst>
              <a:path w="3310506" h="1079098">
                <a:moveTo>
                  <a:pt x="0" y="0"/>
                </a:moveTo>
                <a:lnTo>
                  <a:pt x="3310506" y="0"/>
                </a:lnTo>
                <a:lnTo>
                  <a:pt x="3310506" y="1079098"/>
                </a:lnTo>
                <a:lnTo>
                  <a:pt x="0" y="10790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TextBox 5"/>
          <p:cNvSpPr txBox="1"/>
          <p:nvPr/>
        </p:nvSpPr>
        <p:spPr>
          <a:xfrm>
            <a:off x="1010764" y="10083944"/>
            <a:ext cx="7906007" cy="1842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49"/>
              </a:lnSpc>
            </a:pPr>
            <a:r>
              <a:rPr lang="en-US" sz="48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Künstliche </a:t>
            </a:r>
          </a:p>
          <a:p>
            <a:pPr algn="l">
              <a:lnSpc>
                <a:spcPts val="7349"/>
              </a:lnSpc>
            </a:pPr>
            <a:r>
              <a:rPr lang="en-US" sz="48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Intelligenz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10764" y="1396751"/>
            <a:ext cx="8670473" cy="918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49"/>
              </a:lnSpc>
            </a:pPr>
            <a:r>
              <a:rPr lang="en-US" sz="4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Der Pressebericht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-443955" y="14770349"/>
            <a:ext cx="9372702" cy="226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5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Office PowerPoint</Application>
  <PresentationFormat>Benutzerdefiniert</PresentationFormat>
  <Paragraphs>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Poppins Bold</vt:lpstr>
      <vt:lpstr>Arial</vt:lpstr>
      <vt:lpstr>Calibri</vt:lpstr>
      <vt:lpstr>Poppins</vt:lpstr>
      <vt:lpstr>Office Theme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OER A3 Stationsschilder QR Code</dc:title>
  <cp:lastModifiedBy>Seida Bahtovic</cp:lastModifiedBy>
  <cp:revision>1</cp:revision>
  <dcterms:created xsi:type="dcterms:W3CDTF">2006-08-16T00:00:00Z</dcterms:created>
  <dcterms:modified xsi:type="dcterms:W3CDTF">2026-04-21T12:58:35Z</dcterms:modified>
  <dc:identifier>DAGZ7LOIc0s</dc:identifier>
</cp:coreProperties>
</file>