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0287000"/>
  <p:notesSz cx="6858000" cy="9144000"/>
  <p:embeddedFontLst>
    <p:embeddedFont>
      <p:font typeface="Poppins Bold" charset="1" panose="00000800000000000000"/>
      <p:regular r:id="rId7"/>
    </p:embeddedFont>
    <p:embeddedFont>
      <p:font typeface="Poppins" charset="1" panose="000005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25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77540">
            <a:off x="7172252" y="595421"/>
            <a:ext cx="2498976" cy="1939830"/>
          </a:xfrm>
          <a:custGeom>
            <a:avLst/>
            <a:gdLst/>
            <a:ahLst/>
            <a:cxnLst/>
            <a:rect r="r" b="b" t="t" l="l"/>
            <a:pathLst>
              <a:path h="1939830" w="2498976">
                <a:moveTo>
                  <a:pt x="0" y="0"/>
                </a:moveTo>
                <a:lnTo>
                  <a:pt x="2498976" y="0"/>
                </a:lnTo>
                <a:lnTo>
                  <a:pt x="2498976" y="1939830"/>
                </a:lnTo>
                <a:lnTo>
                  <a:pt x="0" y="1939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8246" y="3017174"/>
            <a:ext cx="9548754" cy="4802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Der Plan ist gelungen! 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Nun soll die Welt davon erfahren. </a:t>
            </a:r>
          </a:p>
          <a:p>
            <a:pPr algn="l">
              <a:lnSpc>
                <a:spcPts val="6300"/>
              </a:lnSpc>
            </a:pP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Eure Aufgabe ist es, mit Hilfe einer </a:t>
            </a:r>
            <a:r>
              <a:rPr lang="en-US" sz="4200" b="true">
                <a:solidFill>
                  <a:srgbClr val="000629"/>
                </a:solidFill>
                <a:latin typeface="Poppins Bold"/>
                <a:ea typeface="Poppins Bold"/>
                <a:cs typeface="Poppins Bold"/>
                <a:sym typeface="Poppins Bold"/>
              </a:rPr>
              <a:t>künstlichen Intelligenz</a:t>
            </a:r>
            <a:r>
              <a:rPr lang="en-US" sz="4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einen Zeitungsartikel möglichst unterhaltsam zu schreiben.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7254541" y="9298535"/>
            <a:ext cx="3032459" cy="988465"/>
          </a:xfrm>
          <a:custGeom>
            <a:avLst/>
            <a:gdLst/>
            <a:ahLst/>
            <a:cxnLst/>
            <a:rect r="r" b="b" t="t" l="l"/>
            <a:pathLst>
              <a:path h="988465" w="3032459">
                <a:moveTo>
                  <a:pt x="0" y="0"/>
                </a:moveTo>
                <a:lnTo>
                  <a:pt x="3032459" y="0"/>
                </a:lnTo>
                <a:lnTo>
                  <a:pt x="3032459" y="988465"/>
                </a:lnTo>
                <a:lnTo>
                  <a:pt x="0" y="988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0025" y="9991590"/>
            <a:ext cx="6989882" cy="175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"/>
              </a:lnSpc>
              <a:spcBef>
                <a:spcPct val="0"/>
              </a:spcBef>
            </a:pPr>
            <a:r>
              <a:rPr lang="en-US" sz="12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Escape &amp; Make © 2026 vom Digitallabor Münster ist lizensiert unter CC BY-NC-SA 4.0.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DAGU8W9rl2Q</dc:identifier>
  <dcterms:modified xsi:type="dcterms:W3CDTF">2011-08-01T06:04:30Z</dcterms:modified>
  <cp:revision>1</cp:revision>
  <dc:title>Iconst für TaskCard </dc:title>
</cp:coreProperties>
</file>