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62141" y="4086897"/>
            <a:ext cx="3660659" cy="2841587"/>
          </a:xfrm>
          <a:custGeom>
            <a:avLst/>
            <a:gdLst/>
            <a:ahLst/>
            <a:cxnLst/>
            <a:rect r="r" b="b" t="t" l="l"/>
            <a:pathLst>
              <a:path h="2841587" w="3660659">
                <a:moveTo>
                  <a:pt x="0" y="0"/>
                </a:moveTo>
                <a:lnTo>
                  <a:pt x="3660659" y="0"/>
                </a:lnTo>
                <a:lnTo>
                  <a:pt x="3660659" y="2841587"/>
                </a:lnTo>
                <a:lnTo>
                  <a:pt x="0" y="2841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5193" y="4086897"/>
            <a:ext cx="4406086" cy="4406086"/>
          </a:xfrm>
          <a:custGeom>
            <a:avLst/>
            <a:gdLst/>
            <a:ahLst/>
            <a:cxnLst/>
            <a:rect r="r" b="b" t="t" l="l"/>
            <a:pathLst>
              <a:path h="4406086" w="4406086">
                <a:moveTo>
                  <a:pt x="0" y="0"/>
                </a:moveTo>
                <a:lnTo>
                  <a:pt x="4406086" y="0"/>
                </a:lnTo>
                <a:lnTo>
                  <a:pt x="4406086" y="4406086"/>
                </a:lnTo>
                <a:lnTo>
                  <a:pt x="0" y="4406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1494" y="13511251"/>
            <a:ext cx="3310506" cy="1079098"/>
          </a:xfrm>
          <a:custGeom>
            <a:avLst/>
            <a:gdLst/>
            <a:ahLst/>
            <a:cxnLst/>
            <a:rect r="r" b="b" t="t" l="l"/>
            <a:pathLst>
              <a:path h="1079098" w="3310506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10764" y="10083944"/>
            <a:ext cx="7906007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Künstliche </a:t>
            </a:r>
          </a:p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Intelligenz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0764" y="1396751"/>
            <a:ext cx="8670473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Der Pressebericht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443955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DAGZ7LOIc0s</dc:identifier>
  <dcterms:modified xsi:type="dcterms:W3CDTF">2011-08-01T06:04:30Z</dcterms:modified>
  <cp:revision>1</cp:revision>
  <dc:title>OER A3 Stationsschilder QR Code</dc:title>
</cp:coreProperties>
</file>