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9200" y="5165190"/>
            <a:ext cx="6412141" cy="63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Der Plan ist gelungen! </a:t>
            </a:r>
          </a:p>
          <a:p>
            <a:pPr algn="l">
              <a:lnSpc>
                <a:spcPts val="5610"/>
              </a:lnSpc>
            </a:pP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Nun 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soll die Welt davon erfahren. 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Eure</a:t>
            </a:r>
            <a:r>
              <a:rPr lang="en-US" sz="3740">
                <a:solidFill>
                  <a:srgbClr val="FF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Aufgabe ist es, mit Hilfe einer </a:t>
            </a: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Künstlichen Intelligenz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einen Zeitungsartikel möglichst unterhaltsam zu schreiben.</a:t>
            </a:r>
          </a:p>
          <a:p>
            <a:pPr algn="l">
              <a:lnSpc>
                <a:spcPts val="56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40153" y="13023419"/>
            <a:ext cx="3151847" cy="1027381"/>
          </a:xfrm>
          <a:custGeom>
            <a:avLst/>
            <a:gdLst/>
            <a:ahLst/>
            <a:cxnLst/>
            <a:rect r="r" b="b" t="t" l="l"/>
            <a:pathLst>
              <a:path h="1027381" w="3151847">
                <a:moveTo>
                  <a:pt x="0" y="0"/>
                </a:moveTo>
                <a:lnTo>
                  <a:pt x="3151847" y="0"/>
                </a:lnTo>
                <a:lnTo>
                  <a:pt x="3151847" y="1027381"/>
                </a:lnTo>
                <a:lnTo>
                  <a:pt x="0" y="102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9200" y="888225"/>
            <a:ext cx="9092080" cy="88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Pressebericht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77540">
            <a:off x="7201813" y="2426902"/>
            <a:ext cx="2874185" cy="2231086"/>
          </a:xfrm>
          <a:custGeom>
            <a:avLst/>
            <a:gdLst/>
            <a:ahLst/>
            <a:cxnLst/>
            <a:rect r="r" b="b" t="t" l="l"/>
            <a:pathLst>
              <a:path h="2231086" w="2874185">
                <a:moveTo>
                  <a:pt x="0" y="0"/>
                </a:moveTo>
                <a:lnTo>
                  <a:pt x="2874185" y="0"/>
                </a:lnTo>
                <a:lnTo>
                  <a:pt x="2874185" y="2231086"/>
                </a:lnTo>
                <a:lnTo>
                  <a:pt x="0" y="2231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242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